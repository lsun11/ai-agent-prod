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Airbnb alternatives</a:t>
            </a:r>
          </a:p>
        </p:txBody>
      </p:sp>
      <p:sp>
        <p:nvSpPr>
          <p:cNvPr id="3" name="Subtitle 2"/>
          <p:cNvSpPr>
            <a:spLocks noGrp="1"/>
          </p:cNvSpPr>
          <p:nvPr>
            <p:ph type="subTitle" idx="1"/>
          </p:nvPr>
        </p:nvSpPr>
        <p:spPr/>
        <p:txBody>
          <a:bodyPr/>
          <a:lstStyle/>
          <a:p>
            <a:r>
              <a:t>Generated on 2025-11-27 23:58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Lodgify</a:t>
            </a:r>
          </a:p>
        </p:txBody>
      </p:sp>
      <p:sp>
        <p:nvSpPr>
          <p:cNvPr id="3" name="Content Placeholder 2"/>
          <p:cNvSpPr>
            <a:spLocks noGrp="1"/>
          </p:cNvSpPr>
          <p:nvPr>
            <p:ph idx="1"/>
          </p:nvPr>
        </p:nvSpPr>
        <p:spPr/>
        <p:txBody>
          <a:bodyPr/>
          <a:lstStyle/>
          <a:p>
            <a:pPr/>
            <a:r>
              <a:t>🌐 Website: https://www.lodgify.com/</a:t>
            </a:r>
          </a:p>
          <a:p>
            <a:pPr/>
            <a:r>
              <a:t>💰 Pricing: Unknown</a:t>
            </a:r>
          </a:p>
          <a:p>
            <a:pPr/>
            <a:r>
              <a:t>💰 Details: Unknown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OwnerRez</a:t>
            </a:r>
          </a:p>
        </p:txBody>
      </p:sp>
      <p:sp>
        <p:nvSpPr>
          <p:cNvPr id="3" name="Content Placeholder 2"/>
          <p:cNvSpPr>
            <a:spLocks noGrp="1"/>
          </p:cNvSpPr>
          <p:nvPr>
            <p:ph idx="1"/>
          </p:nvPr>
        </p:nvSpPr>
        <p:spPr/>
        <p:txBody>
          <a:bodyPr/>
          <a:lstStyle/>
          <a:p>
            <a:pPr/>
            <a:r>
              <a:t>🌐 Website: https://www.ownerrez.com/</a:t>
            </a:r>
          </a:p>
          <a:p>
            <a:pPr/>
            <a:r>
              <a:t>💰 Pricing: Unknown</a:t>
            </a:r>
          </a:p>
          <a:p>
            <a:pPr/>
            <a:r>
              <a:t>💰 Details: Unknown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hostFront</a:t>
            </a:r>
          </a:p>
        </p:txBody>
      </p:sp>
      <p:sp>
        <p:nvSpPr>
          <p:cNvPr id="3" name="Content Placeholder 2"/>
          <p:cNvSpPr>
            <a:spLocks noGrp="1"/>
          </p:cNvSpPr>
          <p:nvPr>
            <p:ph idx="1"/>
          </p:nvPr>
        </p:nvSpPr>
        <p:spPr/>
        <p:txBody>
          <a:bodyPr/>
          <a:lstStyle/>
          <a:p>
            <a:pPr/>
            <a:r>
              <a:t>🌐 Website: https://front.com/</a:t>
            </a:r>
          </a:p>
          <a:p>
            <a:pPr/>
            <a:r>
              <a:t>💰 Pricing: Unknown</a:t>
            </a:r>
          </a:p>
          <a:p>
            <a:pPr/>
            <a:r>
              <a:t>💰 Details: Unknown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null,</a:t>
            </a:r>
          </a:p>
          <a:p>
            <a:pPr/>
            <a:r>
              <a:t>"backup_options": [],</a:t>
            </a:r>
          </a:p>
          <a:p>
            <a:pPr/>
            <a:r>
              <a:t>"summary": "Unfortunately, none of the candidate tools provided sufficient information to determine their suitability as alternatives to Airbnb. Each option lacks clear details on their primary use case, category, and pricing, making it difficult to assess their relevance for users seeking Airbnb alternatives.",</a:t>
            </a:r>
          </a:p>
          <a:p>
            <a:pPr/>
            <a:r>
              <a:t>"selection_criteria": [</a:t>
            </a:r>
          </a:p>
          <a:p>
            <a:pPr/>
            <a:r>
              <a:t>"clear pricing model",</a:t>
            </a:r>
          </a:p>
          <a:p>
            <a:pPr/>
            <a:r>
              <a:t>"specific use case for vacation rentals",</a:t>
            </a:r>
          </a:p>
          <a:p>
            <a:pPr/>
            <a:r>
              <a:t>"user-friendly interface",</a:t>
            </a:r>
          </a:p>
          <a:p>
            <a:pPr/>
            <a:r>
              <a:t>"availability of customer support"</a:t>
            </a:r>
          </a:p>
          <a:p>
            <a:pPr/>
            <a:r>
              <a:t>],</a:t>
            </a:r>
          </a:p>
          <a:p>
            <a:pPr/>
            <a:r>
              <a:t>"tradeoffs": [],</a:t>
            </a:r>
          </a:p>
          <a:p>
            <a:pPr/>
            <a:r>
              <a:t>"step_by_step_decision_guide": [</a:t>
            </a:r>
          </a:p>
          <a:p>
            <a:pPr/>
            <a:r>
              <a:t>"Identify your specific needs for an Airbnb alternative (e.g., pricing, features).",</a:t>
            </a:r>
          </a:p>
          <a:p>
            <a:pPr/>
            <a:r>
              <a:t>"Research each tool's website for updated information on their offerings.",</a:t>
            </a:r>
          </a:p>
          <a:p>
            <a:pPr/>
            <a:r>
              <a:t>"Compare user reviews and testimonials to gauge user satisfaction.",</a:t>
            </a:r>
          </a:p>
          <a:p>
            <a:pPr/>
            <a:r>
              <a:t>"Consider reaching out to customer support for any questions regarding features and pricing.",</a:t>
            </a:r>
          </a:p>
          <a:p>
            <a:pPr/>
            <a:r>
              <a:t>"Evaluate the tools based on your selection criteria to find the best fit."</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