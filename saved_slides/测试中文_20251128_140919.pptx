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测试中文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2025-11-28 14:09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dummy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