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有哪些工具可用于监控分布式系统？</a:t>
            </a:r>
          </a:p>
        </p:txBody>
      </p:sp>
      <p:sp>
        <p:nvSpPr>
          <p:cNvPr id="3" name="Subtitle 2"/>
          <p:cNvSpPr>
            <a:spLocks noGrp="1"/>
          </p:cNvSpPr>
          <p:nvPr>
            <p:ph type="subTitle" idx="1"/>
          </p:nvPr>
        </p:nvSpPr>
        <p:spPr/>
        <p:txBody>
          <a:bodyPr/>
          <a:lstStyle/>
          <a:p>
            <a:r>
              <a:t>Generated on 2025-11-28 13:38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ManageEngine Applications Manager</a:t>
            </a:r>
          </a:p>
        </p:txBody>
      </p:sp>
      <p:sp>
        <p:nvSpPr>
          <p:cNvPr id="3" name="Content Placeholder 2"/>
          <p:cNvSpPr>
            <a:spLocks noGrp="1"/>
          </p:cNvSpPr>
          <p:nvPr>
            <p:ph idx="1"/>
          </p:nvPr>
        </p:nvSpPr>
        <p:spPr/>
        <p:txBody>
          <a:bodyPr/>
          <a:lstStyle/>
          <a:p>
            <a:pPr/>
            <a:r>
              <a:t>🌐 Website: https://www.manageengine.com/products/applications_manager/</a:t>
            </a:r>
          </a:p>
          <a:p>
            <a:pPr/>
            <a:r>
              <a:t>💰 Pricing: Paid</a:t>
            </a:r>
          </a:p>
          <a:p>
            <a:pPr/>
            <a:r>
              <a:t>📖 Open Source: False</a:t>
            </a:r>
          </a:p>
          <a:p>
            <a:pPr/>
            <a:r>
              <a:t>🛠 Tech Stack:</a:t>
            </a:r>
          </a:p>
          <a:p>
            <a:pPr lvl="1"/>
            <a:r>
              <a:t>- Java</a:t>
            </a:r>
          </a:p>
          <a:p>
            <a:pPr lvl="1"/>
            <a:r>
              <a:t>- .NET</a:t>
            </a:r>
          </a:p>
          <a:p>
            <a:pPr lvl="1"/>
            <a:r>
              <a:t>- .NET Core</a:t>
            </a:r>
          </a:p>
          <a:p>
            <a:pPr lvl="1"/>
            <a:r>
              <a:t>- Node.js</a:t>
            </a:r>
          </a:p>
          <a:p>
            <a:pPr lvl="1"/>
            <a:r>
              <a:t>- Python</a:t>
            </a:r>
          </a:p>
          <a:p>
            <a:pPr/>
            <a:r>
              <a:t>📝 Summary:</a:t>
            </a:r>
          </a:p>
          <a:p>
            <a:pPr lvl="1"/>
            <a:r>
              <a:t>Provides full-stack visibility and AI-powered insights to monitor and optimize application performance across cloud and on-premise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Catchpoint</a:t>
            </a:r>
          </a:p>
        </p:txBody>
      </p:sp>
      <p:sp>
        <p:nvSpPr>
          <p:cNvPr id="3" name="Content Placeholder 2"/>
          <p:cNvSpPr>
            <a:spLocks noGrp="1"/>
          </p:cNvSpPr>
          <p:nvPr>
            <p:ph idx="1"/>
          </p:nvPr>
        </p:nvSpPr>
        <p:spPr/>
        <p:txBody>
          <a:bodyPr/>
          <a:lstStyle/>
          <a:p>
            <a:pPr/>
            <a:r>
              <a:t>🌐 Website: https://www.catchpoint.com/</a:t>
            </a:r>
          </a:p>
          <a:p>
            <a:pPr/>
            <a:r>
              <a:t>💰 Pricing: Enterprise</a:t>
            </a:r>
          </a:p>
          <a:p>
            <a:pPr/>
            <a:r>
              <a:t>📖 Open Source: False</a:t>
            </a:r>
          </a:p>
          <a:p>
            <a:pPr/>
            <a:r>
              <a:t>📝 Summary:</a:t>
            </a:r>
          </a:p>
          <a:p>
            <a:pPr lvl="1"/>
            <a:r>
              <a:t>Catchpoint provides digital experience monitoring solutions trusted by global enterprises to ensure optimal performance and reliability of their online services.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SolarWinds Observability</a:t>
            </a:r>
          </a:p>
        </p:txBody>
      </p:sp>
      <p:sp>
        <p:nvSpPr>
          <p:cNvPr id="3" name="Content Placeholder 2"/>
          <p:cNvSpPr>
            <a:spLocks noGrp="1"/>
          </p:cNvSpPr>
          <p:nvPr>
            <p:ph idx="1"/>
          </p:nvPr>
        </p:nvSpPr>
        <p:spPr/>
        <p:txBody>
          <a:bodyPr/>
          <a:lstStyle/>
          <a:p>
            <a:pPr/>
            <a:r>
              <a:t>🌐 Website: https://www.solarwinds.com/</a:t>
            </a:r>
          </a:p>
          <a:p>
            <a:pPr/>
            <a:r>
              <a:t>💰 Pricing: Enterprise</a:t>
            </a:r>
          </a:p>
          <a:p>
            <a:pPr/>
            <a:r>
              <a:t>📖 Open Source: False</a:t>
            </a:r>
          </a:p>
          <a:p>
            <a:pPr/>
            <a:r>
              <a:t>📝 Summary:</a:t>
            </a:r>
          </a:p>
          <a:p>
            <a:pPr lvl="1"/>
            <a:r>
              <a:t>Provides monitoring, observability, incident response, and IT service management with AI-driven insights across networks, infrastructure, applications, and databases.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"ManageEngine Applications Manager",</a:t>
            </a:r>
          </a:p>
          <a:p>
            <a:pPr/>
            <a:r>
              <a:t>"backup_options": ["SolarWinds Observability", "Catchpoint"],</a:t>
            </a:r>
          </a:p>
          <a:p>
            <a:pPr/>
            <a:r>
              <a:t>"summary": "ManageEngine Applications Manager is the best fit for monitoring distributed systems due to its full-stack visibility and AI-powered insights across cloud and on-premise environments, supporting multiple tech stacks and cloud integrations. SolarWinds Observability offers broad monitoring capabilities including infrastructure and applications with AI-driven insights, suitable for enterprises needing integrated IT service management. Catchpoint focuses on digital experience monitoring, which is valuable for ensuring online service performance but less comprehensive for full distributed system monitoring.",</a:t>
            </a:r>
          </a:p>
          <a:p>
            <a:pPr/>
            <a:r>
              <a:t>"selection_criteria": [</a:t>
            </a:r>
          </a:p>
          <a:p>
            <a:pPr/>
            <a:r>
              <a:t>"Comprehensive monitoring coverage across distributed components",</a:t>
            </a:r>
          </a:p>
          <a:p>
            <a:pPr/>
            <a:r>
              <a:t>"Support for cloud and on-premise environments",</a:t>
            </a:r>
          </a:p>
          <a:p>
            <a:pPr/>
            <a:r>
              <a:t>"Integration capabilities with major cloud providers",</a:t>
            </a:r>
          </a:p>
          <a:p>
            <a:pPr/>
            <a:r>
              <a:t>"AI-powered insights for proactive issue detection",</a:t>
            </a:r>
          </a:p>
          <a:p>
            <a:pPr/>
            <a:r>
              <a:t>"Pricing model and enterprise readiness"</a:t>
            </a:r>
          </a:p>
          <a:p>
            <a:pPr/>
            <a:r>
              <a:t>],</a:t>
            </a:r>
          </a:p>
          <a:p>
            <a:pPr/>
            <a:r>
              <a:t>"tradeoffs": [</a:t>
            </a:r>
          </a:p>
          <a:p>
            <a:pPr/>
            <a:r>
              <a:t>"ManageEngine offers broad tech stack support and cloud integration but is a paid proprietary solution.",</a:t>
            </a:r>
          </a:p>
          <a:p>
            <a:pPr/>
            <a:r>
              <a:t>"SolarWinds provides extensive IT service management integration but may be more enterprise-focused and costly.",</a:t>
            </a:r>
          </a:p>
          <a:p>
            <a:pPr/>
            <a:r>
              <a:t>"Catchpoint specializes in digital experience monitoring, which may not cover all aspects of distributed system internals."</a:t>
            </a:r>
          </a:p>
          <a:p>
            <a:pPr/>
            <a:r>
              <a:t>],</a:t>
            </a:r>
          </a:p>
          <a:p>
            <a:pPr/>
            <a:r>
              <a:t>"step_by_step_decision_guide": [</a:t>
            </a:r>
          </a:p>
          <a:p>
            <a:pPr/>
            <a:r>
              <a:t>"Assess your environment: Determine if you need monitoring for both cloud and on-premise distributed systems.",</a:t>
            </a:r>
          </a:p>
          <a:p>
            <a:pPr/>
            <a:r>
              <a:t>"Evaluate tech stack compatibility: Confirm that your application languages and platforms are supported.",</a:t>
            </a:r>
          </a:p>
          <a:p>
            <a:pPr/>
            <a:r>
              <a:t>"Consider integration needs: Identify if integration with specific cloud providers or ITSM tools is required.",</a:t>
            </a:r>
          </a:p>
          <a:p>
            <a:pPr/>
            <a:r>
              <a:t>"Review budget constraints: Understand pricing models and select a tool that fits your financial plan.",</a:t>
            </a:r>
          </a:p>
          <a:p>
            <a:pPr/>
            <a:r>
              <a:t>"Prioritize features: Decide if AI-powered insights and full-stack visibility are critical for your monitoring strategy.",</a:t>
            </a:r>
          </a:p>
          <a:p>
            <a:pPr/>
            <a:r>
              <a:t>"Trial or demo: Engage with ManageEngine Applications Manager first, then consider SolarWinds or Catchpoint if your focus shifts to ITSM or digital experience monitoring respectively.",</a:t>
            </a:r>
          </a:p>
          <a:p>
            <a:pPr/>
            <a:r>
              <a:t>"Make a final selection based on the best fit for your distributed system monitoring requirements and organizational context."</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