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 Terraform 的替代 IaC 工具？</a:t>
            </a:r>
          </a:p>
        </p:txBody>
      </p:sp>
      <p:sp>
        <p:nvSpPr>
          <p:cNvPr id="3" name="Subtitle 2"/>
          <p:cNvSpPr>
            <a:spLocks noGrp="1"/>
          </p:cNvSpPr>
          <p:nvPr>
            <p:ph type="subTitle" idx="1"/>
          </p:nvPr>
        </p:nvSpPr>
        <p:spPr/>
        <p:txBody>
          <a:bodyPr/>
          <a:lstStyle/>
          <a:p>
            <a:r>
              <a:t>Generated on 2025-11-27 16:28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Spacelift</a:t>
            </a:r>
          </a:p>
        </p:txBody>
      </p:sp>
      <p:sp>
        <p:nvSpPr>
          <p:cNvPr id="3" name="Content Placeholder 2"/>
          <p:cNvSpPr>
            <a:spLocks noGrp="1"/>
          </p:cNvSpPr>
          <p:nvPr>
            <p:ph idx="1"/>
          </p:nvPr>
        </p:nvSpPr>
        <p:spPr/>
        <p:txBody>
          <a:bodyPr/>
          <a:lstStyle/>
          <a:p>
            <a:pPr/>
            <a:r>
              <a:t>🌐 Website: https://spacelift.io/pricing</a:t>
            </a:r>
          </a:p>
          <a:p>
            <a:pPr/>
            <a:r>
              <a:t>💰 Pricing: Unknown</a:t>
            </a:r>
          </a:p>
          <a:p>
            <a:pPr/>
            <a:r>
              <a:t>💰 Details: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Pulumi</a:t>
            </a:r>
          </a:p>
        </p:txBody>
      </p:sp>
      <p:sp>
        <p:nvSpPr>
          <p:cNvPr id="3" name="Content Placeholder 2"/>
          <p:cNvSpPr>
            <a:spLocks noGrp="1"/>
          </p:cNvSpPr>
          <p:nvPr>
            <p:ph idx="1"/>
          </p:nvPr>
        </p:nvSpPr>
        <p:spPr/>
        <p:txBody>
          <a:bodyPr/>
          <a:lstStyle/>
          <a:p>
            <a:pPr/>
            <a:r>
              <a:t>🌐 Website: https://www.pulumi.com/pricing/</a:t>
            </a:r>
          </a:p>
          <a:p>
            <a:pPr/>
            <a:r>
              <a:t>💰 Pricing: Unknown</a:t>
            </a:r>
          </a:p>
          <a:p>
            <a:pPr/>
            <a:r>
              <a:t>💰 Details: Unknown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Resource Manager</a:t>
            </a:r>
          </a:p>
        </p:txBody>
      </p:sp>
      <p:sp>
        <p:nvSpPr>
          <p:cNvPr id="3" name="Content Placeholder 2"/>
          <p:cNvSpPr>
            <a:spLocks noGrp="1"/>
          </p:cNvSpPr>
          <p:nvPr>
            <p:ph idx="1"/>
          </p:nvPr>
        </p:nvSpPr>
        <p:spPr/>
        <p:txBody>
          <a:bodyPr/>
          <a:lstStyle/>
          <a:p>
            <a:pPr/>
            <a:r>
              <a:t>🌐 Website: https://azure.microsoft.com/en-us/pricing</a:t>
            </a:r>
          </a:p>
          <a:p>
            <a:pPr/>
            <a:r>
              <a:t>💰 Pricing: Unknown</a:t>
            </a:r>
          </a:p>
          <a:p>
            <a:pPr/>
            <a:r>
              <a:t>📖 Open Source: False</a:t>
            </a:r>
          </a:p>
          <a:p>
            <a:pPr/>
            <a:r>
              <a:t>📝 Summary:</a:t>
            </a:r>
          </a:p>
          <a:p>
            <a:pPr lvl="1"/>
            <a:r>
              <a:t>Azure Resource Manager provides a management layer for deploying and managing Azure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CloudFormation</a:t>
            </a:r>
          </a:p>
        </p:txBody>
      </p:sp>
      <p:sp>
        <p:nvSpPr>
          <p:cNvPr id="3" name="Content Placeholder 2"/>
          <p:cNvSpPr>
            <a:spLocks noGrp="1"/>
          </p:cNvSpPr>
          <p:nvPr>
            <p:ph idx="1"/>
          </p:nvPr>
        </p:nvSpPr>
        <p:spPr/>
        <p:txBody>
          <a:bodyPr/>
          <a:lstStyle/>
          <a:p>
            <a:pPr/>
            <a:r>
              <a:t>🌐 Website: https://aws.amazon.com/cloudformation/pricing/</a:t>
            </a:r>
          </a:p>
          <a:p>
            <a:pPr/>
            <a:r>
              <a:t>💰 Pricing: Unknown</a:t>
            </a:r>
          </a:p>
          <a:p>
            <a:pPr/>
            <a:r>
              <a:t>💰 Details: Unknown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"Pulumi",</a:t>
            </a:r>
          </a:p>
          <a:p>
            <a:pPr/>
            <a:r>
              <a:t>"backup_options": [</a:t>
            </a:r>
          </a:p>
          <a:p>
            <a:pPr/>
            <a:r>
              <a:t>"Azure Resource Manager",</a:t>
            </a:r>
          </a:p>
          <a:p>
            <a:pPr/>
            <a:r>
              <a:t>"AWS CloudFormation"</a:t>
            </a:r>
          </a:p>
          <a:p>
            <a:pPr/>
            <a:r>
              <a:t>],</a:t>
            </a:r>
          </a:p>
          <a:p>
            <a:pPr/>
            <a:r>
              <a:t>"summary": "Pulumi is a strong alternative to Terraform, allowing users to define infrastructure using familiar programming languages. Azure Resource Manager is ideal for those heavily invested in the Azure ecosystem, while AWS CloudFormation is tailored for AWS users. Each option has its strengths depending on the cloud provider and programming preferences.",</a:t>
            </a:r>
          </a:p>
          <a:p>
            <a:pPr/>
            <a:r>
              <a:t>"selection_criteria": [</a:t>
            </a:r>
          </a:p>
          <a:p>
            <a:pPr/>
            <a:r>
              <a:t>"Cloud provider compatibility",</a:t>
            </a:r>
          </a:p>
          <a:p>
            <a:pPr/>
            <a:r>
              <a:t>"Programming language support",</a:t>
            </a:r>
          </a:p>
          <a:p>
            <a:pPr/>
            <a:r>
              <a:t>"Ease of use",</a:t>
            </a:r>
          </a:p>
          <a:p>
            <a:pPr/>
            <a:r>
              <a:t>"Integration capabilities"</a:t>
            </a:r>
          </a:p>
          <a:p>
            <a:pPr/>
            <a:r>
              <a:t>],</a:t>
            </a:r>
          </a:p>
          <a:p>
            <a:pPr/>
            <a:r>
              <a:t>"tradeoffs": [</a:t>
            </a:r>
          </a:p>
          <a:p>
            <a:pPr/>
            <a:r>
              <a:t>"Pulumi offers flexibility with programming languages but may have a steeper learning curve for those unfamiliar with coding.",</a:t>
            </a:r>
          </a:p>
          <a:p>
            <a:pPr/>
            <a:r>
              <a:t>"Azure Resource Manager is best for Azure users but lacks cross-cloud capabilities.",</a:t>
            </a:r>
          </a:p>
          <a:p>
            <a:pPr/>
            <a:r>
              <a:t>"AWS CloudFormation is optimized for AWS but may not be suitable for multi-cloud strategies."</a:t>
            </a:r>
          </a:p>
          <a:p>
            <a:pPr/>
            <a:r>
              <a:t>],</a:t>
            </a:r>
          </a:p>
          <a:p>
            <a:pPr/>
            <a:r>
              <a:t>"step_by_step_decision_guide": [</a:t>
            </a:r>
          </a:p>
          <a:p>
            <a:pPr/>
            <a:r>
              <a:t>"Identify your primary cloud provider (AWS, Azure, etc.).",</a:t>
            </a:r>
          </a:p>
          <a:p>
            <a:pPr/>
            <a:r>
              <a:t>"Evaluate your team's familiarity with programming languages for Pulumi.",</a:t>
            </a:r>
          </a:p>
          <a:p>
            <a:pPr/>
            <a:r>
              <a:t>"Consider the need for multi-cloud support versus a single cloud provider.",</a:t>
            </a:r>
          </a:p>
          <a:p>
            <a:pPr/>
            <a:r>
              <a:t>"Assess the integration capabilities with existing tools and workflows.",</a:t>
            </a:r>
          </a:p>
          <a:p>
            <a:pPr/>
            <a:r>
              <a:t>"Review the documentation and community support for each option.",</a:t>
            </a:r>
          </a:p>
          <a:p>
            <a:pPr/>
            <a:r>
              <a:t>"Determine your budget and any potential costs associated with each tool."</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