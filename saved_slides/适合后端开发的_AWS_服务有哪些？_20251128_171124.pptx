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适合后端开发的 AWS 服务有哪些？</a:t>
            </a:r>
          </a:p>
        </p:txBody>
      </p:sp>
      <p:sp>
        <p:nvSpPr>
          <p:cNvPr id="3" name="Subtitle 2"/>
          <p:cNvSpPr>
            <a:spLocks noGrp="1"/>
          </p:cNvSpPr>
          <p:nvPr>
            <p:ph type="subTitle" idx="1"/>
          </p:nvPr>
        </p:nvSpPr>
        <p:spPr/>
        <p:txBody>
          <a:bodyPr/>
          <a:lstStyle/>
          <a:p>
            <a:r>
              <a:t>Generated on 2025-11-28 17:11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Amazon Elastic Compute Cloud (EC2)</a:t>
            </a:r>
          </a:p>
        </p:txBody>
      </p:sp>
      <p:sp>
        <p:nvSpPr>
          <p:cNvPr id="3" name="Content Placeholder 2"/>
          <p:cNvSpPr>
            <a:spLocks noGrp="1"/>
          </p:cNvSpPr>
          <p:nvPr>
            <p:ph idx="1"/>
          </p:nvPr>
        </p:nvSpPr>
        <p:spPr/>
        <p:txBody>
          <a:bodyPr/>
          <a:lstStyle/>
          <a:p>
            <a:pPr/>
            <a:r>
              <a:t>🌐 Website: https://aws.amazon.com/ec2/</a:t>
            </a:r>
          </a:p>
          <a:p>
            <a:pPr/>
            <a:r>
              <a:t>💰 Pricing: Paid</a:t>
            </a:r>
          </a:p>
          <a:p>
            <a:pPr/>
            <a:r>
              <a:t>📖 Open Source: False</a:t>
            </a:r>
          </a:p>
          <a:p>
            <a:pPr/>
            <a:r>
              <a:t>📝 Summary:</a:t>
            </a:r>
          </a:p>
          <a:p>
            <a:pPr lvl="1"/>
            <a:r>
              <a:t>Amazon EC2 provides resizable compute capacity in the cloud, allowing users to run virtual servers with flexible configurations.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a:t>
            </a:r>
          </a:p>
          <a:p>
            <a:pPr/>
            <a:r>
              <a:t>"primary_choice": "Amazon Elastic Compute Cloud (EC2)",</a:t>
            </a:r>
          </a:p>
          <a:p>
            <a:pPr/>
            <a:r>
              <a:t>"backup_options": [],</a:t>
            </a:r>
          </a:p>
          <a:p>
            <a:pPr/>
            <a:r>
              <a:t>"summary": "Amazon EC2 is the primary AWS service suitable for backend development among the provided options. It offers resizable compute capacity with flexible configurations, allowing developers to run virtual servers tailored to their backend needs. While no other candidate services were provided, EC2's integration within the AWS ecosystem makes it a versatile choice for backend infrastructure.",</a:t>
            </a:r>
          </a:p>
          <a:p>
            <a:pPr/>
            <a:r>
              <a:t>"selection_criteria": [</a:t>
            </a:r>
          </a:p>
          <a:p>
            <a:pPr/>
            <a:r>
              <a:t>"Flexibility in compute resource configuration",</a:t>
            </a:r>
          </a:p>
          <a:p>
            <a:pPr/>
            <a:r>
              <a:t>"Integration with AWS ecosystem",</a:t>
            </a:r>
          </a:p>
          <a:p>
            <a:pPr/>
            <a:r>
              <a:t>"Scalability of backend infrastructure",</a:t>
            </a:r>
          </a:p>
          <a:p>
            <a:pPr/>
            <a:r>
              <a:t>"Control over server environment and software stack"</a:t>
            </a:r>
          </a:p>
          <a:p>
            <a:pPr/>
            <a:r>
              <a:t>],</a:t>
            </a:r>
          </a:p>
          <a:p>
            <a:pPr/>
            <a:r>
              <a:t>"tradeoffs": [</a:t>
            </a:r>
          </a:p>
          <a:p>
            <a:pPr/>
            <a:r>
              <a:t>"Using EC2 provides maximum control and flexibility but requires managing the underlying infrastructure, which can increase operational overhead compared to fully managed backend services."</a:t>
            </a:r>
          </a:p>
          <a:p>
            <a:pPr/>
            <a:r>
              <a:t>],</a:t>
            </a:r>
          </a:p>
          <a:p>
            <a:pPr/>
            <a:r>
              <a:t>"step_by_step_decision_guide": [</a:t>
            </a:r>
          </a:p>
          <a:p>
            <a:pPr/>
            <a:r>
              <a:t>"Assess your backend requirements including compute power, scalability, and control over the environment.",</a:t>
            </a:r>
          </a:p>
          <a:p>
            <a:pPr/>
            <a:r>
              <a:t>"Determine if you prefer managing virtual servers directly or using higher-level managed services (not listed here).",</a:t>
            </a:r>
          </a:p>
          <a:p>
            <a:pPr/>
            <a:r>
              <a:t>"Evaluate your team's expertise in managing cloud infrastructure and willingness to handle server maintenance.",</a:t>
            </a:r>
          </a:p>
          <a:p>
            <a:pPr/>
            <a:r>
              <a:t>"Consider integration needs with other AWS services for your backend application.",</a:t>
            </a:r>
          </a:p>
          <a:p>
            <a:pPr/>
            <a:r>
              <a:t>"Choose EC2 if you need flexible, resizable compute capacity with full control over the backend environment."</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