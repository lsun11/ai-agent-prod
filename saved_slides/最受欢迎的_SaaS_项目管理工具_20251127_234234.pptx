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最受欢迎的 SaaS 项目管理工具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23:42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Shortcut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https://www.shortcut.com/</a:t>
            </a:r>
          </a:p>
          <a:p>
            <a:pPr/>
            <a:r>
              <a:t>💰 Pricing: Unknown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A project management platform for software teams featuring Kanban boards, story cards, backlogs, and spaces for organizing engineering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https://asana.com/</a:t>
            </a:r>
          </a:p>
          <a:p>
            <a:pPr/>
            <a:r>
              <a:t>💰 Pricing: Freemium</a:t>
            </a:r>
          </a:p>
          <a:p>
            <a:pPr/>
            <a:r>
              <a:t>💰 Details: Free tier available; paid plans for teams and enterprise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Asana is a work management platform that helps teams plan, track, and deliver projects and campaigns with AI-powered workflows and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https://www.wrike.com/</a:t>
            </a:r>
          </a:p>
          <a:p>
            <a:pPr/>
            <a:r>
              <a:t>💰 Pricing: Freemium</a:t>
            </a:r>
          </a:p>
          <a:p>
            <a:pPr/>
            <a:r>
              <a:t>💰 Details: Free trial available; paid plans pricing not specified in snippet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Wrike is a collaborative work management platform that helps teams plan, track, and deliver projects across enterprise organizations.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https://www.paymoapp.com/</a:t>
            </a:r>
          </a:p>
          <a:p>
            <a:pPr/>
            <a:r>
              <a:t>💰 Pricing: Freemium</a:t>
            </a:r>
          </a:p>
          <a:p>
            <a:pPr/>
            <a:r>
              <a:t>💰 Details: Free tier available; paid plans pricing not specified in snippet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An all-in-one platform for time tracking, task management, team collaboration, and invoicing designed for small businesses managing client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```json</a:t>
            </a:r>
          </a:p>
          <a:p>
            <a:pPr/>
            <a:r>
              <a:t>{</a:t>
            </a:r>
          </a:p>
          <a:p>
            <a:pPr/>
            <a:r>
              <a:t>"primary_choice": "Asana",</a:t>
            </a:r>
          </a:p>
          <a:p>
            <a:pPr/>
            <a:r>
              <a:t>"backup_options": ["Wrike", "Shortcut"],</a:t>
            </a:r>
          </a:p>
          <a:p>
            <a:pPr/>
            <a:r>
              <a:t>"summary": "For popular SaaS project management tools, Asana stands out as the most established option with a freemium model, extensive integrations (Slack, Microsoft Teams, Google Workspace, Salesforce, GitHub, Jira), and AI-powered workflows suitable for teams of all sizes. Wrike is a strong enterprise-focused alternative offering collaborative work management across large organizations. Shortcut targets software development teams specifically with Kanban boards and engineering-focused features. Paymo is better suited for small businesses needing time tracking and invoicing rather than general project management.",</a:t>
            </a:r>
          </a:p>
          <a:p>
            <a:pPr/>
            <a:r>
              <a:t>"selection_criteria": [</a:t>
            </a:r>
          </a:p>
          <a:p>
            <a:pPr/>
            <a:r>
              <a:t>"Market popularity and brand recognition",</a:t>
            </a:r>
          </a:p>
          <a:p>
            <a:pPr/>
            <a:r>
              <a:t>"Team size and organizational scale",</a:t>
            </a:r>
          </a:p>
          <a:p>
            <a:pPr/>
            <a:r>
              <a:t>"Integration ecosystem with existing tools",</a:t>
            </a:r>
          </a:p>
          <a:p>
            <a:pPr/>
            <a:r>
              <a:t>"Budget constraints (free tier vs paid plans)",</a:t>
            </a:r>
          </a:p>
          <a:p>
            <a:pPr/>
            <a:r>
              <a:t>"Industry focus (general teams vs software development)",</a:t>
            </a:r>
          </a:p>
          <a:p>
            <a:pPr/>
            <a:r>
              <a:t>"Feature requirements (basic task management vs advanced workflows)"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{</a:t>
            </a:r>
          </a:p>
          <a:p>
            <a:pPr/>
            <a:r>
              <a:t>"aspect": "Target Audience",</a:t>
            </a:r>
          </a:p>
          <a:p>
            <a:pPr/>
            <a:r>
              <a:t>"options": {</a:t>
            </a:r>
          </a:p>
          <a:p>
            <a:pPr/>
            <a:r>
              <a:t>"Asana": "Broad appeal across industries and team sizes with general-purpose project management",</a:t>
            </a:r>
          </a:p>
          <a:p>
            <a:pPr/>
            <a:r>
              <a:t>"Wrike": "Enterprise-focused with features for large organizations and complex workflows",</a:t>
            </a:r>
          </a:p>
          <a:p>
            <a:pPr/>
            <a:r>
              <a:t>"Shortcut": "Specialized for software engineering teams with development-specific features"</a:t>
            </a:r>
          </a:p>
          <a:p>
            <a:pPr/>
            <a:r>
              <a:t>}</a:t>
            </a:r>
          </a:p>
          <a:p>
            <a:pPr/>
            <a:r>
              <a:t>},</a:t>
            </a:r>
          </a:p>
          <a:p>
            <a:pPr/>
            <a:r>
              <a:t>{</a:t>
            </a:r>
          </a:p>
          <a:p>
            <a:pPr/>
            <a:r>
              <a:t>"aspect": "Integration Ecosystem",</a:t>
            </a:r>
          </a:p>
          <a:p>
            <a:pPr/>
            <a:r>
              <a:t>"options": {</a:t>
            </a:r>
          </a:p>
          <a:p>
            <a:pPr/>
            <a:r>
              <a:t>"Asana": "Extensive integrations documented (Slack, Microsoft Teams, Google Workspace, Salesforce, Adobe, Jira, GitHub)",</a:t>
            </a:r>
          </a:p>
          <a:p>
            <a:pPr/>
            <a:r>
              <a:t>"Wrike": "Integration capabilities not detailed in available data",</a:t>
            </a:r>
          </a:p>
          <a:p>
            <a:pPr/>
            <a:r>
              <a:t>"Shortcut": "Integration capabilities not detailed in available data"</a:t>
            </a:r>
          </a:p>
          <a:p>
            <a:pPr/>
            <a:r>
              <a:t>}</a:t>
            </a:r>
          </a:p>
          <a:p>
            <a:pPr/>
            <a:r>
              <a:t>},</a:t>
            </a:r>
          </a:p>
          <a:p>
            <a:pPr/>
            <a:r>
              <a:t>{</a:t>
            </a:r>
          </a:p>
          <a:p>
            <a:pPr/>
            <a:r>
              <a:t>"aspect": "Pricing Accessibility",</a:t>
            </a:r>
          </a:p>
          <a:p>
            <a:pPr/>
            <a:r>
              <a:t>"options": {</a:t>
            </a:r>
          </a:p>
          <a:p>
            <a:pPr/>
            <a:r>
              <a:t>"Asana": "Freemium model with free tier available for small teams",</a:t>
            </a:r>
          </a:p>
          <a:p>
            <a:pPr/>
            <a:r>
              <a:t>"Wrike": "Freemium with free trial, but pricing details not specified",</a:t>
            </a:r>
          </a:p>
          <a:p>
            <a:pPr/>
            <a:r>
              <a:t>"Shortcut": "Pricing model unknown"</a:t>
            </a:r>
          </a:p>
          <a:p>
            <a:pPr/>
            <a:r>
              <a:t>}</a:t>
            </a:r>
          </a:p>
          <a:p>
            <a:pPr/>
            <a:r>
              <a:t>}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"Identify your team type: If you're a software development team, evaluate Shortcut first for its engineering-focused features (Kanban, story cards, backlogs). Otherwise, proceed to general-purpose options.",</a:t>
            </a:r>
          </a:p>
          <a:p>
            <a:pPr/>
            <a:r>
              <a:t>"Assess your organization size: For enterprise-scale deployments with complex workflows across departments, prioritize Wrike. For small to mid-sized teams, Asana offers better accessibility.",</a:t>
            </a:r>
          </a:p>
          <a:p>
            <a:pPr/>
            <a:r>
              <a:t>"Check integration requirements: If you rely heavily on Slack, Microsoft Teams, Google Workspace, Salesforce, or development tools like Jira/GitHub, Asana's documented integrations make it the safer choice.",</a:t>
            </a:r>
          </a:p>
          <a:p>
            <a:pPr/>
            <a:r>
              <a:t>"Evaluate budget constraints: Start with Asana's free tier to test functionality at no cost. Wrike also offers a free trial, but pricing transparency favors Asana for budget planning.",</a:t>
            </a:r>
          </a:p>
          <a:p>
            <a:pPr/>
            <a:r>
              <a:t>"Consider feature needs: For AI-powered workflows and automation, Asana explicitly mentions these capabilities. For collaborative work management across enterprise teams, Wrike specializes in this area.",</a:t>
            </a:r>
          </a:p>
          <a:p>
            <a:pPr/>
            <a:r>
              <a:t>"Test with your team: Take advantage of free tiers/trials to run a pilot project with 2-3 team members before committing to paid plans.",</a:t>
            </a:r>
          </a:p>
          <a:p>
            <a:pPr/>
            <a:r>
              <a:t>"Review popularity metrics: Asana's extensive integration partnerships and freemium model suggest broader market adoption, making it the safest choice for 'most popular' requirement."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