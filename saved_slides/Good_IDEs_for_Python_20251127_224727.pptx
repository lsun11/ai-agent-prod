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Good IDEs for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22:47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PyCharm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https://www.jetbrains.com/pycharm/buy/?section=commercial&amp;billing=yearly</a:t>
            </a:r>
          </a:p>
          <a:p>
            <a:pPr/>
            <a:r>
              <a:t>💰 Pricing: Freemium</a:t>
            </a:r>
          </a:p>
          <a:p>
            <a:pPr/>
            <a:r>
              <a:t>💰 Details: Free Community Edition; Pro $299/year (includes AI Free); AI Pro add-on $200/year; All Products Pack $979/year</a:t>
            </a:r>
          </a:p>
          <a:p>
            <a:pPr/>
            <a:r>
              <a:t>📖 Open Source: False</a:t>
            </a:r>
          </a:p>
          <a:p>
            <a:pPr/>
            <a:r>
              <a:t>🛠 Tech Stack:</a:t>
            </a:r>
          </a:p>
          <a:p>
            <a:pPr lvl="1"/>
            <a:r>
              <a:t>- Python</a:t>
            </a:r>
          </a:p>
          <a:p>
            <a:pPr/>
            <a:r>
              <a:t>📝 Summary:</a:t>
            </a:r>
          </a:p>
          <a:p>
            <a:pPr lvl="1"/>
            <a:r>
              <a:t>PyCharm is a full-featured integrated development environment for Python with advanced code intelligence, debugging, testing, and framework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Studio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https://visualstudio.microsoft.com/vs/pricing/?tab=paid-subscriptions</a:t>
            </a:r>
          </a:p>
          <a:p>
            <a:pPr/>
            <a:r>
              <a:t>💰 Pricing: Free</a:t>
            </a:r>
          </a:p>
          <a:p>
            <a:pPr/>
            <a:r>
              <a:t>💰 Details: Free download for all platforms</a:t>
            </a:r>
          </a:p>
          <a:p>
            <a:pPr/>
            <a:r>
              <a:t>📖 Open Source: True</a:t>
            </a:r>
          </a:p>
          <a:p>
            <a:pPr/>
            <a:r>
              <a:t>🛠 Tech Stack:</a:t>
            </a:r>
          </a:p>
          <a:p>
            <a:pPr lvl="1"/>
            <a:r>
              <a:t>- Electron</a:t>
            </a:r>
          </a:p>
          <a:p>
            <a:pPr lvl="1"/>
            <a:r>
              <a:t>- TypeScript</a:t>
            </a:r>
          </a:p>
          <a:p>
            <a:pPr lvl="1"/>
            <a:r>
              <a:t>- Node.js</a:t>
            </a:r>
          </a:p>
          <a:p>
            <a:pPr/>
            <a:r>
              <a:t>📝 Summary:</a:t>
            </a:r>
          </a:p>
          <a:p>
            <a:pPr lvl="1"/>
            <a:r>
              <a:t>A standalone, cross-platform source code editor with extensive extension support for virtually any programming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Jupyter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https://jupyter.org/</a:t>
            </a:r>
          </a:p>
          <a:p>
            <a:pPr/>
            <a:r>
              <a:t>💰 Pricing: Free</a:t>
            </a:r>
          </a:p>
          <a:p>
            <a:pPr/>
            <a:r>
              <a:t>💰 Details: Open source and free to use</a:t>
            </a:r>
          </a:p>
          <a:p>
            <a:pPr/>
            <a:r>
              <a:t>📖 Open Source: True</a:t>
            </a:r>
          </a:p>
          <a:p>
            <a:pPr/>
            <a:r>
              <a:t>🛠 Tech Stack:</a:t>
            </a:r>
          </a:p>
          <a:p>
            <a:pPr lvl="1"/>
            <a:r>
              <a:t>- Python</a:t>
            </a:r>
          </a:p>
          <a:p>
            <a:pPr lvl="1"/>
            <a:r>
              <a:t>- R</a:t>
            </a:r>
          </a:p>
          <a:p>
            <a:pPr lvl="1"/>
            <a:r>
              <a:t>- Julia</a:t>
            </a:r>
          </a:p>
          <a:p>
            <a:pPr lvl="1"/>
            <a:r>
              <a:t>- Scala</a:t>
            </a:r>
          </a:p>
          <a:p>
            <a:pPr lvl="1"/>
            <a:r>
              <a:t>- Apache Spark</a:t>
            </a:r>
          </a:p>
          <a:p>
            <a:pPr/>
            <a:r>
              <a:t>📝 Summary:</a:t>
            </a:r>
          </a:p>
          <a:p>
            <a:pPr lvl="1"/>
            <a:r>
              <a:t>Web-based interactive development environment for creating computational notebooks that combine code execution, rich text, mathematics, plots and interactive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Spyder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https://www.spyder.com/</a:t>
            </a:r>
          </a:p>
          <a:p>
            <a:pPr/>
            <a:r>
              <a:t>💰 Pricing: Unknown</a:t>
            </a:r>
          </a:p>
          <a:p>
            <a:pPr/>
            <a:r>
              <a:t>📝 Summary:</a:t>
            </a:r>
          </a:p>
          <a:p>
            <a:pPr lvl="1"/>
            <a:r>
              <a:t>Spyder is an e-commerce website selling ski jackets, outerwear, and outdoor clothing with promotional sales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```json</a:t>
            </a:r>
          </a:p>
          <a:p>
            <a:pPr/>
            <a:r>
              <a:t>{</a:t>
            </a:r>
          </a:p>
          <a:p>
            <a:pPr/>
            <a:r>
              <a:t>"primary_choice": "PyCharm",</a:t>
            </a:r>
          </a:p>
          <a:p>
            <a:pPr/>
            <a:r>
              <a:t>"backup_options": [</a:t>
            </a:r>
          </a:p>
          <a:p>
            <a:pPr/>
            <a:r>
              <a:t>"Visual Studio Code",</a:t>
            </a:r>
          </a:p>
          <a:p>
            <a:pPr/>
            <a:r>
              <a:t>"Jupyter Notebook"</a:t>
            </a:r>
          </a:p>
          <a:p>
            <a:pPr/>
            <a:r>
              <a:t>],</a:t>
            </a:r>
          </a:p>
          <a:p>
            <a:pPr/>
            <a:r>
              <a:t>"summary": "PyCharm is the best dedicated Python IDE with advanced code intelligence, debugging, and framework support, though it requires a paid Pro license ($299/year) for full features. Visual Studio Code is an excellent free alternative that becomes Python-capable through extensions, offering flexibility across multiple languages. Jupyter Notebook is ideal specifically for data science and interactive computing workflows but isn't suited for general application development.",</a:t>
            </a:r>
          </a:p>
          <a:p>
            <a:pPr/>
            <a:r>
              <a:t>"selection_criteria": [</a:t>
            </a:r>
          </a:p>
          <a:p>
            <a:pPr/>
            <a:r>
              <a:t>"Budget: Free vs paid ($299/year for PyCharm Pro)",</a:t>
            </a:r>
          </a:p>
          <a:p>
            <a:pPr/>
            <a:r>
              <a:t>"Use case: General Python development vs data science/ML vs multi-language projects",</a:t>
            </a:r>
          </a:p>
          <a:p>
            <a:pPr/>
            <a:r>
              <a:t>"Feature depth: Full-featured IDE vs lightweight editor with extensions",</a:t>
            </a:r>
          </a:p>
          <a:p>
            <a:pPr/>
            <a:r>
              <a:t>"Learning curve: Purpose-built Python tools vs configurable editor",</a:t>
            </a:r>
          </a:p>
          <a:p>
            <a:pPr/>
            <a:r>
              <a:t>"Open source preference: PyCharm proprietary vs VS Code and Jupyter open source"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{</a:t>
            </a:r>
          </a:p>
          <a:p>
            <a:pPr/>
            <a:r>
              <a:t>"aspect": "Cost vs Features",</a:t>
            </a:r>
          </a:p>
          <a:p>
            <a:pPr/>
            <a:r>
              <a:t>"description": "PyCharm Pro ($299/year) provides the most comprehensive Python-specific features out-of-the-box, while VS Code is free but requires manual extension setup to match functionality"</a:t>
            </a:r>
          </a:p>
          <a:p>
            <a:pPr/>
            <a:r>
              <a:t>},</a:t>
            </a:r>
          </a:p>
          <a:p>
            <a:pPr/>
            <a:r>
              <a:t>{</a:t>
            </a:r>
          </a:p>
          <a:p>
            <a:pPr/>
            <a:r>
              <a:t>"aspect": "Specialization vs Flexibility",</a:t>
            </a:r>
          </a:p>
          <a:p>
            <a:pPr/>
            <a:r>
              <a:t>"description": "PyCharm is optimized exclusively for Python development with deep framework integration, while VS Code supports dozens of languages making it better for polyglot projects"</a:t>
            </a:r>
          </a:p>
          <a:p>
            <a:pPr/>
            <a:r>
              <a:t>},</a:t>
            </a:r>
          </a:p>
          <a:p>
            <a:pPr/>
            <a:r>
              <a:t>{</a:t>
            </a:r>
          </a:p>
          <a:p>
            <a:pPr/>
            <a:r>
              <a:t>"aspect": "Traditional IDE vs Notebook Environment",</a:t>
            </a:r>
          </a:p>
          <a:p>
            <a:pPr/>
            <a:r>
              <a:t>"description": "PyCharm and VS Code follow traditional file-based development workflows, while Jupyter Notebook uses cell-based interactive computing ideal for data exploration but limiting for building applications"</a:t>
            </a:r>
          </a:p>
          <a:p>
            <a:pPr/>
            <a:r>
              <a:t>},</a:t>
            </a:r>
          </a:p>
          <a:p>
            <a:pPr/>
            <a:r>
              <a:t>{</a:t>
            </a:r>
          </a:p>
          <a:p>
            <a:pPr/>
            <a:r>
              <a:t>"aspect": "Resource Usage",</a:t>
            </a:r>
          </a:p>
          <a:p>
            <a:pPr/>
            <a:r>
              <a:t>"description": "PyCharm is a full Java-based IDE with higher memory footprint, VS Code is lighter weight, and Jupyter runs in browser with minimal local resources"</a:t>
            </a:r>
          </a:p>
          <a:p>
            <a:pPr/>
            <a:r>
              <a:t>}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"Identify your primary Python work: building applications/scripts (PyCharm/VS Code), data science/ML experimentation (Jupyter), or mixed workflows (VS Code with Jupyter extension)",</a:t>
            </a:r>
          </a:p>
          <a:p>
            <a:pPr/>
            <a:r>
              <a:t>"Assess budget constraints: if cost is a concern, start with VS Code (free) or PyCharm Community Edition (free but limited); if budget allows, PyCharm Pro offers maximum productivity",</a:t>
            </a:r>
          </a:p>
          <a:p>
            <a:pPr/>
            <a:r>
              <a:t>"Consider your language needs: if you only write Python, PyCharm is optimal; if you work across multiple languages (JavaScript, Go, etc.), VS Code provides better multi-language support",</a:t>
            </a:r>
          </a:p>
          <a:p>
            <a:pPr/>
            <a:r>
              <a:t>"Evaluate your experience level: beginners may prefer PyCharm's integrated everything-included approach; experienced developers comfortable with configuration may prefer VS Code's flexibility",</a:t>
            </a:r>
          </a:p>
          <a:p>
            <a:pPr/>
            <a:r>
              <a:t>"Test the free options: download PyCharm Community Edition and VS Code with Python extension to compare workflows before committing to PyCharm Pro",</a:t>
            </a:r>
          </a:p>
          <a:p>
            <a:pPr/>
            <a:r>
              <a:t>"For data science specifically: start with Jupyter Notebook for interactive analysis, but consider VS Code or PyCharm for production code development",</a:t>
            </a:r>
          </a:p>
          <a:p>
            <a:pPr/>
            <a:r>
              <a:t>"Check framework support: if using Django, Flask, or other frameworks heavily, PyCharm Pro's built-in support may justify the cost over manual VS Code configuration"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