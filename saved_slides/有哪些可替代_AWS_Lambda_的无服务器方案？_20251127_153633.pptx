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有哪些可替代 AWS Lambda 的无服务器方案？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2025-11-27 15:36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Cloud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https://cloud.google.com/functions/pricing-overview</a:t>
            </a:r>
          </a:p>
          <a:p>
            <a:pPr/>
            <a:r>
              <a:t>💰 Pricing: Unknown</a:t>
            </a:r>
          </a:p>
          <a:p>
            <a:pPr/>
            <a:r>
              <a:t>💰 Details: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Microsoft Azure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https://azure.microsoft.com/en-us/pricing/details/functions/</a:t>
            </a:r>
          </a:p>
          <a:p>
            <a:pPr/>
            <a:r>
              <a:t>💰 Pricing: Unknown</a:t>
            </a:r>
          </a:p>
          <a:p>
            <a:pPr/>
            <a:r>
              <a:t>💰 Details: Unknown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Cloudflare Workers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🌐 Website: https://workers.cloudflare.com/pricing</a:t>
            </a:r>
          </a:p>
          <a:p>
            <a:pPr/>
            <a:r>
              <a:t>💰 Pricing: Freemium</a:t>
            </a:r>
          </a:p>
          <a:p>
            <a:pPr/>
            <a:r>
              <a:t>💰 Details: Free tier + $0.30/million requests</a:t>
            </a:r>
          </a:p>
          <a:p>
            <a:pPr/>
            <a:r>
              <a:t>📖 Open Source: False</a:t>
            </a:r>
          </a:p>
          <a:p>
            <a:pPr/>
            <a:r>
              <a:t>🛠 Tech Stack:</a:t>
            </a:r>
          </a:p>
          <a:p>
            <a:pPr lvl="1"/>
            <a:r>
              <a:t>- JavaScript</a:t>
            </a:r>
          </a:p>
          <a:p>
            <a:pPr lvl="1"/>
            <a:r>
              <a:t>- TypeScript</a:t>
            </a:r>
          </a:p>
          <a:p>
            <a:pPr/>
            <a:r>
              <a:t>📝 Summary:</a:t>
            </a:r>
          </a:p>
          <a:p>
            <a:pPr lvl="1"/>
            <a:r>
              <a:t>Cloudflare Workers allows developers to deploy serverless functions that run instantly across Cloudflare's global network.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/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{</a:t>
            </a:r>
          </a:p>
          <a:p>
            <a:pPr/>
            <a:r>
              <a:t>"primary_choice": "Cloudflare Workers",</a:t>
            </a:r>
          </a:p>
          <a:p>
            <a:pPr/>
            <a:r>
              <a:t>"backup_options": [</a:t>
            </a:r>
          </a:p>
          <a:p>
            <a:pPr/>
            <a:r>
              <a:t>"Google Cloud Functions",</a:t>
            </a:r>
          </a:p>
          <a:p>
            <a:pPr/>
            <a:r>
              <a:t>"Microsoft Azure Functions"</a:t>
            </a:r>
          </a:p>
          <a:p>
            <a:pPr/>
            <a:r>
              <a:t>],</a:t>
            </a:r>
          </a:p>
          <a:p>
            <a:pPr/>
            <a:r>
              <a:t>"summary": "Cloudflare Workers is a strong serverless alternative to AWS Lambda, allowing for instant deployment of functions across a global network. It offers a freemium pricing model, making it budget-friendly for smaller projects. Google Cloud Functions and Microsoft Azure Functions are also viable alternatives, though their details are less clear, which may affect decision-making.",</a:t>
            </a:r>
          </a:p>
          <a:p>
            <a:pPr/>
            <a:r>
              <a:t>"selection_criteria": [</a:t>
            </a:r>
          </a:p>
          <a:p>
            <a:pPr/>
            <a:r>
              <a:t>"budget (freemium options)",</a:t>
            </a:r>
          </a:p>
          <a:p>
            <a:pPr/>
            <a:r>
              <a:t>"global reach and performance",</a:t>
            </a:r>
          </a:p>
          <a:p>
            <a:pPr/>
            <a:r>
              <a:t>"ease of integration with existing tools",</a:t>
            </a:r>
          </a:p>
          <a:p>
            <a:pPr/>
            <a:r>
              <a:t>"language support (JavaScript, TypeScript)"</a:t>
            </a:r>
          </a:p>
          <a:p>
            <a:pPr/>
            <a:r>
              <a:t>],</a:t>
            </a:r>
          </a:p>
          <a:p>
            <a:pPr/>
            <a:r>
              <a:t>"tradeoffs": [</a:t>
            </a:r>
          </a:p>
          <a:p>
            <a:pPr/>
            <a:r>
              <a:t>"Cloudflare Workers offers a clear pricing model but may have limitations in language support compared to others.",</a:t>
            </a:r>
          </a:p>
          <a:p>
            <a:pPr/>
            <a:r>
              <a:t>"Google Cloud Functions and Microsoft Azure Functions may provide more robust features but lack detailed pricing information."</a:t>
            </a:r>
          </a:p>
          <a:p>
            <a:pPr/>
            <a:r>
              <a:t>],</a:t>
            </a:r>
          </a:p>
          <a:p>
            <a:pPr/>
            <a:r>
              <a:t>"step_by_step_decision_guide": [</a:t>
            </a:r>
          </a:p>
          <a:p>
            <a:pPr/>
            <a:r>
              <a:t>"Identify your primary programming language and ensure it is supported by the serverless platform.",</a:t>
            </a:r>
          </a:p>
          <a:p>
            <a:pPr/>
            <a:r>
              <a:t>"Evaluate your budget and consider the pricing models of each option, especially the free tiers.",</a:t>
            </a:r>
          </a:p>
          <a:p>
            <a:pPr/>
            <a:r>
              <a:t>"Consider the geographical reach and performance needs of your application.",</a:t>
            </a:r>
          </a:p>
          <a:p>
            <a:pPr/>
            <a:r>
              <a:t>"Review integration capabilities with your existing tools and workflows.",</a:t>
            </a:r>
          </a:p>
          <a:p>
            <a:pPr/>
            <a:r>
              <a:t>"Test the platforms with small projects to gauge ease of use and performance."</a:t>
            </a:r>
          </a:p>
          <a:p>
            <a:pPr/>
            <a:r>
              <a:t>]</a:t>
            </a:r>
          </a:p>
          <a:p>
            <a:pPr/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