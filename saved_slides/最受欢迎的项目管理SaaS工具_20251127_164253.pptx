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最受欢迎的项目管理SaaS工具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16:42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monday.com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https://monday.com/pricing</a:t>
            </a:r>
          </a:p>
          <a:p>
            <a:pPr/>
            <a:r>
              <a:t>💰 Pricing: Freemium</a:t>
            </a:r>
          </a:p>
          <a:p>
            <a:pPr/>
            <a:r>
              <a:t>💰 Details: Free tier + $12/user/month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monday.com is a work management platform that helps teams organize and track their work in one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https://www.wrike.com/price-vad/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Celoxis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https://www.celoxis.com/pricing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https://www.smartsheet.com/pricing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"monday.com",</a:t>
            </a:r>
          </a:p>
          <a:p>
            <a:pPr/>
            <a:r>
              <a:t>"backup_options": [],</a:t>
            </a:r>
          </a:p>
          <a:p>
            <a:pPr/>
            <a:r>
              <a:t>"summary": "monday.com stands out as a popular project management SaaS tool with a freemium pricing model, making it accessible for teams of various sizes. While other candidates like Wrike, Celoxis, and Smartsheet have failed analyses, monday.com offers a clear pricing structure and integration capabilities, which are essential for effective project management.",</a:t>
            </a:r>
          </a:p>
          <a:p>
            <a:pPr/>
            <a:r>
              <a:t>"selection_criteria": [</a:t>
            </a:r>
          </a:p>
          <a:p>
            <a:pPr/>
            <a:r>
              <a:t>"budget (freemium option available)",</a:t>
            </a:r>
          </a:p>
          <a:p>
            <a:pPr/>
            <a:r>
              <a:t>"ease of use",</a:t>
            </a:r>
          </a:p>
          <a:p>
            <a:pPr/>
            <a:r>
              <a:t>"integration capabilities",</a:t>
            </a:r>
          </a:p>
          <a:p>
            <a:pPr/>
            <a:r>
              <a:t>"team collaboration features"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"Cost vs features: monday.com offers a free tier, but advanced features require a paid subscription.",</a:t>
            </a:r>
          </a:p>
          <a:p>
            <a:pPr/>
            <a:r>
              <a:t>"Simplicity vs flexibility: monday.com is user-friendly but may lack some advanced functionalities found in more complex tools."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"Assess your team's size and budget to determine if the freemium model of monday.com meets your needs.",</a:t>
            </a:r>
          </a:p>
          <a:p>
            <a:pPr/>
            <a:r>
              <a:t>"Evaluate the specific project management features you require, such as task tracking and collaboration tools.",</a:t>
            </a:r>
          </a:p>
          <a:p>
            <a:pPr/>
            <a:r>
              <a:t>"Consider the integration capabilities with other tools your team uses, like Slack or Google Drive.",</a:t>
            </a:r>
          </a:p>
          <a:p>
            <a:pPr/>
            <a:r>
              <a:t>"Test the free tier of monday.com to gauge its usability and effectiveness for your projects.",</a:t>
            </a:r>
          </a:p>
          <a:p>
            <a:pPr/>
            <a:r>
              <a:t>"If additional features are needed, compare the pricing of the paid plans against your budget."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