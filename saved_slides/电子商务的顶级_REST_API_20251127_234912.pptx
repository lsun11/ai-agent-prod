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电子商务的顶级 REST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23:49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https://www.priceapi.com/</a:t>
            </a:r>
          </a:p>
          <a:p>
            <a:pPr/>
            <a:r>
              <a:t>💰 Pricing: Freemium</a:t>
            </a:r>
          </a:p>
          <a:p>
            <a:pPr/>
            <a:r>
              <a:t>💰 Details: Try it free now; detailed pricing not specified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Provides real-time e-commerce market data including competitor prices, product details, search rankings, and reviews to optimize pricing and product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Mockups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https://dynamicmockups.com/</a:t>
            </a:r>
          </a:p>
          <a:p>
            <a:pPr/>
            <a:r>
              <a:t>💰 Pricing: Freemium</a:t>
            </a:r>
          </a:p>
          <a:p>
            <a:pPr/>
            <a:r>
              <a:t>💰 Details: Totally free with no credit card required; Black Friday 50% off promotion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API and platform to generate thousands of studio-quality product mockups quickly for print-on-demand and e-commerce.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Apideck Unified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https://www.apideck.com/</a:t>
            </a:r>
          </a:p>
          <a:p>
            <a:pPr/>
            <a:r>
              <a:t>💰 Pricing: Paid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Provides scalable Unified REST APIs to build native integrations with multiple SaaS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"Price API",</a:t>
            </a:r>
          </a:p>
          <a:p>
            <a:pPr/>
            <a:r>
              <a:t>"backup_options": ["Dynamic Mockups API"],</a:t>
            </a:r>
          </a:p>
          <a:p>
            <a:pPr/>
            <a:r>
              <a:t>"summary": "For a top REST API focused on e-commerce, Price API stands out by providing real-time market data such as competitor prices, product details, and reviews, which are critical for optimizing pricing and product strategies. Dynamic Mockups API offers a complementary service by generating product mockups for e-commerce platforms, useful for marketing and product presentation but less focused on core e-commerce data. Apideck Unified APIs, while powerful for SaaS integrations, do not specifically target e-commerce use cases and thus are less relevant here.",</a:t>
            </a:r>
          </a:p>
          <a:p>
            <a:pPr/>
            <a:r>
              <a:t>"selection_criteria": [</a:t>
            </a:r>
          </a:p>
          <a:p>
            <a:pPr/>
            <a:r>
              <a:t>"Primary use case relevance to e-commerce data and operations",</a:t>
            </a:r>
          </a:p>
          <a:p>
            <a:pPr/>
            <a:r>
              <a:t>"API availability and ease of integration",</a:t>
            </a:r>
          </a:p>
          <a:p>
            <a:pPr/>
            <a:r>
              <a:t>"Pricing model and budget constraints",</a:t>
            </a:r>
          </a:p>
          <a:p>
            <a:pPr/>
            <a:r>
              <a:t>"Specific features like real-time pricing data or product mockups",</a:t>
            </a:r>
          </a:p>
          <a:p>
            <a:pPr/>
            <a:r>
              <a:t>"Integration capabilities with popular e-commerce platforms"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"Price API offers direct e-commerce market data but lacks detailed pricing transparency and open-source availability.",</a:t>
            </a:r>
          </a:p>
          <a:p>
            <a:pPr/>
            <a:r>
              <a:t>"Dynamic Mockups API provides creative product mockups with broad platform integrations but does not offer market or pricing data.",</a:t>
            </a:r>
          </a:p>
          <a:p>
            <a:pPr/>
            <a:r>
              <a:t>"Apideck Unified APIs provide broad SaaS integration but lack a direct focus on e-commerce-specific data or features."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"Identify if your primary need is real-time e-commerce market data or product presentation assets.",</a:t>
            </a:r>
          </a:p>
          <a:p>
            <a:pPr/>
            <a:r>
              <a:t>"If pricing optimization and competitor analysis are key, prioritize Price API.",</a:t>
            </a:r>
          </a:p>
          <a:p>
            <a:pPr/>
            <a:r>
              <a:t>"If you need high-quality product mockups integrated with platforms like Shopify or WooCommerce, consider Dynamic Mockups API.",</a:t>
            </a:r>
          </a:p>
          <a:p>
            <a:pPr/>
            <a:r>
              <a:t>"Evaluate your budget and whether a freemium model fits your scale and usage.",</a:t>
            </a:r>
          </a:p>
          <a:p>
            <a:pPr/>
            <a:r>
              <a:t>"Check integration compatibility with your existing e-commerce stack.",</a:t>
            </a:r>
          </a:p>
          <a:p>
            <a:pPr/>
            <a:r>
              <a:t>"Review API documentation and support availability to ensure smooth implementation.",</a:t>
            </a:r>
          </a:p>
          <a:p>
            <a:pPr/>
            <a:r>
              <a:t>"If your needs extend beyond e-commerce to broader SaaS integrations, explore Apideck Unified APIs, but note the limited e-commerce focus."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