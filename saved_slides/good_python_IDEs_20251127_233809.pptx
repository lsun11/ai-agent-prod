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good python IDEs</a:t>
            </a:r>
          </a:p>
        </p:txBody>
      </p:sp>
      <p:sp>
        <p:nvSpPr>
          <p:cNvPr id="3" name="Subtitle 2"/>
          <p:cNvSpPr>
            <a:spLocks noGrp="1"/>
          </p:cNvSpPr>
          <p:nvPr>
            <p:ph type="subTitle" idx="1"/>
          </p:nvPr>
        </p:nvSpPr>
        <p:spPr/>
        <p:txBody>
          <a:bodyPr/>
          <a:lstStyle/>
          <a:p>
            <a:r>
              <a:t>Generated on 2025-11-27 23:38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Jupyter Notebook</a:t>
            </a:r>
          </a:p>
        </p:txBody>
      </p:sp>
      <p:sp>
        <p:nvSpPr>
          <p:cNvPr id="3" name="Content Placeholder 2"/>
          <p:cNvSpPr>
            <a:spLocks noGrp="1"/>
          </p:cNvSpPr>
          <p:nvPr>
            <p:ph idx="1"/>
          </p:nvPr>
        </p:nvSpPr>
        <p:spPr/>
        <p:txBody>
          <a:bodyPr/>
          <a:lstStyle/>
          <a:p>
            <a:pPr/>
            <a:r>
              <a:t>🌐 Website: https://jupyter.org/</a:t>
            </a:r>
          </a:p>
          <a:p>
            <a:pPr/>
            <a:r>
              <a:t>💰 Pricing: Free</a:t>
            </a:r>
          </a:p>
          <a:p>
            <a:pPr/>
            <a:r>
              <a:t>💰 Details: Open source and free to use</a:t>
            </a:r>
          </a:p>
          <a:p>
            <a:pPr/>
            <a:r>
              <a:t>📖 Open Source: True</a:t>
            </a:r>
          </a:p>
          <a:p>
            <a:pPr/>
            <a:r>
              <a:t>🛠 Tech Stack:</a:t>
            </a:r>
          </a:p>
          <a:p>
            <a:pPr lvl="1"/>
            <a:r>
              <a:t>- Python</a:t>
            </a:r>
          </a:p>
          <a:p>
            <a:pPr lvl="1"/>
            <a:r>
              <a:t>- R</a:t>
            </a:r>
          </a:p>
          <a:p>
            <a:pPr lvl="1"/>
            <a:r>
              <a:t>- Julia</a:t>
            </a:r>
          </a:p>
          <a:p>
            <a:pPr lvl="1"/>
            <a:r>
              <a:t>- Scala</a:t>
            </a:r>
          </a:p>
          <a:p>
            <a:pPr lvl="1"/>
            <a:r>
              <a:t>- Apache Spark</a:t>
            </a:r>
          </a:p>
          <a:p>
            <a:pPr/>
            <a:r>
              <a:t>📝 Summary:</a:t>
            </a:r>
          </a:p>
          <a:p>
            <a:pPr lvl="1"/>
            <a:r>
              <a:t>Web-based interactive development environment for creating computational notebooks that combine code execution, rich text, mathematics, plots and interactive outputs.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PyCharm</a:t>
            </a:r>
          </a:p>
        </p:txBody>
      </p:sp>
      <p:sp>
        <p:nvSpPr>
          <p:cNvPr id="3" name="Content Placeholder 2"/>
          <p:cNvSpPr>
            <a:spLocks noGrp="1"/>
          </p:cNvSpPr>
          <p:nvPr>
            <p:ph idx="1"/>
          </p:nvPr>
        </p:nvSpPr>
        <p:spPr/>
        <p:txBody>
          <a:bodyPr/>
          <a:lstStyle/>
          <a:p>
            <a:pPr/>
            <a:r>
              <a:t>🌐 Website: https://www.jetbrains.com/pycharm/</a:t>
            </a:r>
          </a:p>
          <a:p>
            <a:pPr/>
            <a:r>
              <a:t>💰 Pricing: Freemium</a:t>
            </a:r>
          </a:p>
          <a:p>
            <a:pPr/>
            <a:r>
              <a:t>💰 Details: Free Community Edition forever, Professional Edition paid (pricing on website)</a:t>
            </a:r>
          </a:p>
          <a:p>
            <a:pPr/>
            <a:r>
              <a:t>📖 Open Source: False</a:t>
            </a:r>
          </a:p>
          <a:p>
            <a:pPr/>
            <a:r>
              <a:t>🛠 Tech Stack:</a:t>
            </a:r>
          </a:p>
          <a:p>
            <a:pPr lvl="1"/>
            <a:r>
              <a:t>- Python</a:t>
            </a:r>
          </a:p>
          <a:p>
            <a:pPr lvl="1"/>
            <a:r>
              <a:t>- Django</a:t>
            </a:r>
          </a:p>
          <a:p>
            <a:pPr lvl="1"/>
            <a:r>
              <a:t>- Flask</a:t>
            </a:r>
          </a:p>
          <a:p>
            <a:pPr lvl="1"/>
            <a:r>
              <a:t>- FastAPI</a:t>
            </a:r>
          </a:p>
          <a:p>
            <a:pPr lvl="1"/>
            <a:r>
              <a:t>- Jupyter</a:t>
            </a:r>
          </a:p>
          <a:p>
            <a:pPr/>
            <a:r>
              <a:t>📝 Summary:</a:t>
            </a:r>
          </a:p>
          <a:p>
            <a:pPr lvl="1"/>
            <a:r>
              <a:t>PyCharm is a full-featured Python IDE with built-in AI assistance, database tools, web framework support, and data science capabilities.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Visual Studio Code</a:t>
            </a:r>
          </a:p>
        </p:txBody>
      </p:sp>
      <p:sp>
        <p:nvSpPr>
          <p:cNvPr id="3" name="Content Placeholder 2"/>
          <p:cNvSpPr>
            <a:spLocks noGrp="1"/>
          </p:cNvSpPr>
          <p:nvPr>
            <p:ph idx="1"/>
          </p:nvPr>
        </p:nvSpPr>
        <p:spPr/>
        <p:txBody>
          <a:bodyPr/>
          <a:lstStyle/>
          <a:p>
            <a:pPr/>
            <a:r>
              <a:t>🌐 Website: https://code.visualstudio.com/</a:t>
            </a:r>
          </a:p>
          <a:p>
            <a:pPr/>
            <a:r>
              <a:t>💰 Pricing: Free</a:t>
            </a:r>
          </a:p>
          <a:p>
            <a:pPr/>
            <a:r>
              <a:t>💰 Details: Free and open source; GitHub Copilot integration available with separate subscription</a:t>
            </a:r>
          </a:p>
          <a:p>
            <a:pPr/>
            <a:r>
              <a:t>📖 Open Source: True</a:t>
            </a:r>
          </a:p>
          <a:p>
            <a:pPr/>
            <a:r>
              <a:t>🛠 Tech Stack:</a:t>
            </a:r>
          </a:p>
          <a:p>
            <a:pPr lvl="1"/>
            <a:r>
              <a:t>- Electron</a:t>
            </a:r>
          </a:p>
          <a:p>
            <a:pPr lvl="1"/>
            <a:r>
              <a:t>- TypeScript</a:t>
            </a:r>
          </a:p>
          <a:p>
            <a:pPr lvl="1"/>
            <a:r>
              <a:t>- Node.js</a:t>
            </a:r>
          </a:p>
          <a:p>
            <a:pPr/>
            <a:r>
              <a:t>📝 Summary:</a:t>
            </a:r>
          </a:p>
          <a:p>
            <a:pPr lvl="1"/>
            <a:r>
              <a:t>A free, open-source code editor with AI assistance, extensions, and multi-language support for modern software development.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Spyder</a:t>
            </a:r>
          </a:p>
        </p:txBody>
      </p:sp>
      <p:sp>
        <p:nvSpPr>
          <p:cNvPr id="3" name="Content Placeholder 2"/>
          <p:cNvSpPr>
            <a:spLocks noGrp="1"/>
          </p:cNvSpPr>
          <p:nvPr>
            <p:ph idx="1"/>
          </p:nvPr>
        </p:nvSpPr>
        <p:spPr/>
        <p:txBody>
          <a:bodyPr/>
          <a:lstStyle/>
          <a:p>
            <a:pPr/>
            <a:r>
              <a:t>🌐 Website: https://www.spyder.com/</a:t>
            </a:r>
          </a:p>
          <a:p>
            <a:pPr/>
            <a:r>
              <a:t>💰 Pricing: Unknown</a:t>
            </a:r>
          </a:p>
          <a:p>
            <a:pPr/>
            <a:r>
              <a:t>📝 Summary:</a:t>
            </a:r>
          </a:p>
          <a:p>
            <a:pPr lvl="1"/>
            <a:r>
              <a:t>Spyder is an e-commerce website selling ski jackets, outerwear, and outdoor apparel to consumers, not a developer tool.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 / Analysis</a:t>
            </a:r>
          </a:p>
        </p:txBody>
      </p:sp>
      <p:sp>
        <p:nvSpPr>
          <p:cNvPr id="3" name="Content Placeholder 2"/>
          <p:cNvSpPr>
            <a:spLocks noGrp="1"/>
          </p:cNvSpPr>
          <p:nvPr>
            <p:ph idx="1"/>
          </p:nvPr>
        </p:nvSpPr>
        <p:spPr/>
        <p:txBody>
          <a:bodyPr/>
          <a:lstStyle/>
          <a:p>
            <a:pPr/>
            <a:r>
              <a:t>```json</a:t>
            </a:r>
          </a:p>
          <a:p>
            <a:pPr/>
            <a:r>
              <a:t>{</a:t>
            </a:r>
          </a:p>
          <a:p>
            <a:pPr/>
            <a:r>
              <a:t>"primary_choice": "PyCharm",</a:t>
            </a:r>
          </a:p>
          <a:p>
            <a:pPr/>
            <a:r>
              <a:t>"backup_options": [</a:t>
            </a:r>
          </a:p>
          <a:p>
            <a:pPr/>
            <a:r>
              <a:t>"Visual Studio Code",</a:t>
            </a:r>
          </a:p>
          <a:p>
            <a:pPr/>
            <a:r>
              <a:t>"Jupyter Notebook"</a:t>
            </a:r>
          </a:p>
          <a:p>
            <a:pPr/>
            <a:r>
              <a:t>],</a:t>
            </a:r>
          </a:p>
          <a:p>
            <a:pPr/>
            <a:r>
              <a:t>"summary": "PyCharm is the best dedicated Python IDE with comprehensive built-in features for Python development, debugging, and framework support. Visual Studio Code is an excellent free alternative that's lightweight and extensible, though it requires extensions for full Python functionality. Jupyter Notebook is ideal specifically for data science and interactive computing but isn't a general-purpose IDE for traditional Python development.",</a:t>
            </a:r>
          </a:p>
          <a:p>
            <a:pPr/>
            <a:r>
              <a:t>"selection_criteria": [</a:t>
            </a:r>
          </a:p>
          <a:p>
            <a:pPr/>
            <a:r>
              <a:t>"Primary use case: general Python development vs data science/notebooks",</a:t>
            </a:r>
          </a:p>
          <a:p>
            <a:pPr/>
            <a:r>
              <a:t>"Budget: free vs paid professional features",</a:t>
            </a:r>
          </a:p>
          <a:p>
            <a:pPr/>
            <a:r>
              <a:t>"Learning curve and feature complexity",</a:t>
            </a:r>
          </a:p>
          <a:p>
            <a:pPr/>
            <a:r>
              <a:t>"Need for built-in vs extension-based functionality",</a:t>
            </a:r>
          </a:p>
          <a:p>
            <a:pPr/>
            <a:r>
              <a:t>"Project type: web apps, scripts, data science, or mixed"</a:t>
            </a:r>
          </a:p>
          <a:p>
            <a:pPr/>
            <a:r>
              <a:t>],</a:t>
            </a:r>
          </a:p>
          <a:p>
            <a:pPr/>
            <a:r>
              <a:t>"tradeoffs": [</a:t>
            </a:r>
          </a:p>
          <a:p>
            <a:pPr/>
            <a:r>
              <a:t>{</a:t>
            </a:r>
          </a:p>
          <a:p>
            <a:pPr/>
            <a:r>
              <a:t>"aspect": "Cost vs Features",</a:t>
            </a:r>
          </a:p>
          <a:p>
            <a:pPr/>
            <a:r>
              <a:t>"description": "PyCharm Community Edition is free but Professional Edition (paid) adds Django, Flask, database tools, and scientific features. VS Code is completely free but requires manual extension setup."</a:t>
            </a:r>
          </a:p>
          <a:p>
            <a:pPr/>
            <a:r>
              <a:t>},</a:t>
            </a:r>
          </a:p>
          <a:p>
            <a:pPr/>
            <a:r>
              <a:t>{</a:t>
            </a:r>
          </a:p>
          <a:p>
            <a:pPr/>
            <a:r>
              <a:t>"aspect": "Specialization vs Versatility",</a:t>
            </a:r>
          </a:p>
          <a:p>
            <a:pPr/>
            <a:r>
              <a:t>"description": "PyCharm is Python-focused with deep integration for frameworks and tools. VS Code supports 100+ languages making it better for polyglot projects but requires more configuration for Python."</a:t>
            </a:r>
          </a:p>
          <a:p>
            <a:pPr/>
            <a:r>
              <a:t>},</a:t>
            </a:r>
          </a:p>
          <a:p>
            <a:pPr/>
            <a:r>
              <a:t>{</a:t>
            </a:r>
          </a:p>
          <a:p>
            <a:pPr/>
            <a:r>
              <a:t>"aspect": "Resource Usage",</a:t>
            </a:r>
          </a:p>
          <a:p>
            <a:pPr/>
            <a:r>
              <a:t>"description": "PyCharm is a full IDE with higher memory footprint. VS Code is lighter and faster to start, better for quick edits or resource-constrained environments."</a:t>
            </a:r>
          </a:p>
          <a:p>
            <a:pPr/>
            <a:r>
              <a:t>},</a:t>
            </a:r>
          </a:p>
          <a:p>
            <a:pPr/>
            <a:r>
              <a:t>{</a:t>
            </a:r>
          </a:p>
          <a:p>
            <a:pPr/>
            <a:r>
              <a:t>"aspect": "Interactive Development",</a:t>
            </a:r>
          </a:p>
          <a:p>
            <a:pPr/>
            <a:r>
              <a:t>"description": "Jupyter Notebook excels at interactive, exploratory coding and data visualization but lacks traditional IDE features like refactoring, debugging complex applications, or project management."</a:t>
            </a:r>
          </a:p>
          <a:p>
            <a:pPr/>
            <a:r>
              <a:t>}</a:t>
            </a:r>
          </a:p>
          <a:p>
            <a:pPr/>
            <a:r>
              <a:t>],</a:t>
            </a:r>
          </a:p>
          <a:p>
            <a:pPr/>
            <a:r>
              <a:t>"step_by_step_decision_guide": [</a:t>
            </a:r>
          </a:p>
          <a:p>
            <a:pPr/>
            <a:r>
              <a:t>"Identify your primary Python work: web development (Django/Flask), data science, general scripting, or mixed projects",</a:t>
            </a:r>
          </a:p>
          <a:p>
            <a:pPr/>
            <a:r>
              <a:t>"If doing primarily data science with notebooks and visualization, choose Jupyter Notebook",</a:t>
            </a:r>
          </a:p>
          <a:p>
            <a:pPr/>
            <a:r>
              <a:t>"If you need a dedicated Python IDE with everything built-in and can afford paid features (or use Community Edition), choose PyCharm",</a:t>
            </a:r>
          </a:p>
          <a:p>
            <a:pPr/>
            <a:r>
              <a:t>"If you work with multiple languages beyond Python or prefer a lightweight editor, choose Visual Studio Code with Python extensions",</a:t>
            </a:r>
          </a:p>
          <a:p>
            <a:pPr/>
            <a:r>
              <a:t>"If budget is zero and you need professional web framework support, start with PyCharm Community Edition",</a:t>
            </a:r>
          </a:p>
          <a:p>
            <a:pPr/>
            <a:r>
              <a:t>"Consider trying VS Code first (free, quick setup) and upgrade to PyCharm if you need more integrated Python-specific tooling",</a:t>
            </a:r>
          </a:p>
          <a:p>
            <a:pPr/>
            <a:r>
              <a:t>"For teams, consider standardizing on one tool: PyCharm for Python-only shops, VS Code for polyglot teams"</a:t>
            </a:r>
          </a:p>
          <a:p>
            <a:pPr/>
            <a:r>
              <a:t>]</a:t>
            </a:r>
          </a:p>
          <a:p>
            <a:pPr/>
            <a:r>
              <a:t>}</a:t>
            </a:r>
          </a:p>
          <a:p>
            <a:pPr/>
            <a: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