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在 AWS 上推荐哪些托管 Postgres 服务？</a:t>
            </a:r>
          </a:p>
        </p:txBody>
      </p:sp>
      <p:sp>
        <p:nvSpPr>
          <p:cNvPr id="3" name="Subtitle 2"/>
          <p:cNvSpPr>
            <a:spLocks noGrp="1"/>
          </p:cNvSpPr>
          <p:nvPr>
            <p:ph type="subTitle" idx="1"/>
          </p:nvPr>
        </p:nvSpPr>
        <p:spPr/>
        <p:txBody>
          <a:bodyPr/>
          <a:lstStyle/>
          <a:p>
            <a:r>
              <a:t>Generated on 2025-11-27 14:44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Aiven for PostgreSQL</a:t>
            </a:r>
          </a:p>
        </p:txBody>
      </p:sp>
      <p:sp>
        <p:nvSpPr>
          <p:cNvPr id="3" name="Content Placeholder 2"/>
          <p:cNvSpPr>
            <a:spLocks noGrp="1"/>
          </p:cNvSpPr>
          <p:nvPr>
            <p:ph idx="1"/>
          </p:nvPr>
        </p:nvSpPr>
        <p:spPr/>
        <p:txBody>
          <a:bodyPr/>
          <a:lstStyle/>
          <a:p>
            <a:pPr/>
            <a:r>
              <a:t>🌐 Website: https://aiven.io/pricing</a:t>
            </a:r>
          </a:p>
          <a:p>
            <a:pPr/>
            <a:r>
              <a:t>💰 Pricing: Paid</a:t>
            </a:r>
          </a:p>
          <a:p>
            <a:pPr/>
            <a:r>
              <a:t>💰 Details: All-inclusive pricing with no variable costs.</a:t>
            </a:r>
          </a:p>
          <a:p>
            <a:pPr/>
            <a:r>
              <a:t>📖 Open Source: False</a:t>
            </a:r>
          </a:p>
          <a:p>
            <a:pPr/>
            <a:r>
              <a:t>📝 Summary:</a:t>
            </a:r>
          </a:p>
          <a:p>
            <a:pPr lvl="1"/>
            <a:r>
              <a:t>Aiven for PostgreSQL provides a fully managed PostgreSQL database service with transparent pricing.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DigitalOcean Managed Databases</a:t>
            </a:r>
          </a:p>
        </p:txBody>
      </p:sp>
      <p:sp>
        <p:nvSpPr>
          <p:cNvPr id="3" name="Content Placeholder 2"/>
          <p:cNvSpPr>
            <a:spLocks noGrp="1"/>
          </p:cNvSpPr>
          <p:nvPr>
            <p:ph idx="1"/>
          </p:nvPr>
        </p:nvSpPr>
        <p:spPr/>
        <p:txBody>
          <a:bodyPr/>
          <a:lstStyle/>
          <a:p>
            <a:pPr/>
            <a:r>
              <a:t>🌐 Website: https://www.digitalocean.com/pricing/managed-databases</a:t>
            </a:r>
          </a:p>
          <a:p>
            <a:pPr/>
            <a:r>
              <a:t>💰 Pricing: Paid</a:t>
            </a:r>
          </a:p>
          <a:p>
            <a:pPr/>
            <a:r>
              <a:t>💰 Details: from $15/month</a:t>
            </a:r>
          </a:p>
          <a:p>
            <a:pPr/>
            <a:r>
              <a:t>📖 Open Source: False</a:t>
            </a:r>
          </a:p>
          <a:p>
            <a:pPr/>
            <a:r>
              <a:t>🛠 Tech Stack:</a:t>
            </a:r>
          </a:p>
          <a:p>
            <a:pPr lvl="1"/>
            <a:r>
              <a:t>- MongoDB</a:t>
            </a:r>
          </a:p>
          <a:p>
            <a:pPr lvl="1"/>
            <a:r>
              <a:t>- MySQL</a:t>
            </a:r>
          </a:p>
          <a:p>
            <a:pPr lvl="1"/>
            <a:r>
              <a:t>- PostgreSQL</a:t>
            </a:r>
          </a:p>
          <a:p>
            <a:pPr lvl="1"/>
            <a:r>
              <a:t>- Kafka</a:t>
            </a:r>
          </a:p>
          <a:p>
            <a:pPr/>
            <a:r>
              <a:t>📝 Summary:</a:t>
            </a:r>
          </a:p>
          <a:p>
            <a:pPr lvl="1"/>
            <a:r>
              <a:t>DigitalOcean Managed Databases provides fully managed database solutions to reduce operational overhead.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Neon</a:t>
            </a:r>
          </a:p>
        </p:txBody>
      </p:sp>
      <p:sp>
        <p:nvSpPr>
          <p:cNvPr id="3" name="Content Placeholder 2"/>
          <p:cNvSpPr>
            <a:spLocks noGrp="1"/>
          </p:cNvSpPr>
          <p:nvPr>
            <p:ph idx="1"/>
          </p:nvPr>
        </p:nvSpPr>
        <p:spPr/>
        <p:txBody>
          <a:bodyPr/>
          <a:lstStyle/>
          <a:p>
            <a:pPr/>
            <a:r>
              <a:t>🌐 Website: https://neonone.com/solutions/neon-crm-overview/neon-crm-pricing/</a:t>
            </a:r>
          </a:p>
          <a:p>
            <a:pPr/>
            <a:r>
              <a:t>💰 Pricing: Unknown</a:t>
            </a:r>
          </a:p>
          <a:p>
            <a:pPr/>
            <a:r>
              <a:t>📝 Summary:</a:t>
            </a:r>
          </a:p>
          <a:p>
            <a:pPr lvl="1"/>
            <a:r>
              <a:t>Neon CRM provides tools for managing customer relationships and engagement for organizations.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RDS for PostgreSQL</a:t>
            </a:r>
          </a:p>
        </p:txBody>
      </p:sp>
      <p:sp>
        <p:nvSpPr>
          <p:cNvPr id="3" name="Content Placeholder 2"/>
          <p:cNvSpPr>
            <a:spLocks noGrp="1"/>
          </p:cNvSpPr>
          <p:nvPr>
            <p:ph idx="1"/>
          </p:nvPr>
        </p:nvSpPr>
        <p:spPr/>
        <p:txBody>
          <a:bodyPr/>
          <a:lstStyle/>
          <a:p>
            <a:pPr/>
            <a:r>
              <a:t>🌐 Website: https://aws.amazon.com/rds/postgresql/pricing/</a:t>
            </a:r>
          </a:p>
          <a:p>
            <a:pPr/>
            <a:r>
              <a:t>💰 Pricing: Paid</a:t>
            </a:r>
          </a:p>
          <a:p>
            <a:pPr/>
            <a:r>
              <a:t>💰 Details: Unknown</a:t>
            </a:r>
          </a:p>
          <a:p>
            <a:pPr/>
            <a:r>
              <a:t>📖 Open Source: False</a:t>
            </a:r>
          </a:p>
          <a:p>
            <a:pPr/>
            <a:r>
              <a:t>🛠 Tech Stack:</a:t>
            </a:r>
          </a:p>
          <a:p>
            <a:pPr lvl="1"/>
            <a:r>
              <a:t>- PostgreSQL</a:t>
            </a:r>
          </a:p>
          <a:p>
            <a:pPr lvl="1"/>
            <a:r>
              <a:t>- AWS</a:t>
            </a:r>
          </a:p>
          <a:p>
            <a:pPr/>
            <a:r>
              <a:t>📝 Summary:</a:t>
            </a:r>
          </a:p>
          <a:p>
            <a:pPr lvl="1"/>
            <a:r>
              <a:t>Amazon RDS for PostgreSQL provides a scalable and managed PostgreSQL database service in the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"Amazon RDS for PostgreSQL",</a:t>
            </a:r>
          </a:p>
          <a:p>
            <a:pPr/>
            <a:r>
              <a:t>"backup_options": [],</a:t>
            </a:r>
          </a:p>
          <a:p>
            <a:pPr/>
            <a:r>
              <a:t>"summary": "Amazon RDS for PostgreSQL is the best option for a managed PostgreSQL service on AWS, offering scalability and integration with other AWS services. While Aiven for PostgreSQL and DigitalOcean Managed Databases provide managed PostgreSQL services, they are not specifically tailored for AWS, making them less suitable for this query.",</a:t>
            </a:r>
          </a:p>
          <a:p>
            <a:pPr/>
            <a:r>
              <a:t>"selection_criteria": [</a:t>
            </a:r>
          </a:p>
          <a:p>
            <a:pPr/>
            <a:r>
              <a:t>"Managed service availability",</a:t>
            </a:r>
          </a:p>
          <a:p>
            <a:pPr/>
            <a:r>
              <a:t>"Integration with AWS ecosystem",</a:t>
            </a:r>
          </a:p>
          <a:p>
            <a:pPr/>
            <a:r>
              <a:t>"Scalability",</a:t>
            </a:r>
          </a:p>
          <a:p>
            <a:pPr/>
            <a:r>
              <a:t>"Pricing transparency"</a:t>
            </a:r>
          </a:p>
          <a:p>
            <a:pPr/>
            <a:r>
              <a:t>],</a:t>
            </a:r>
          </a:p>
          <a:p>
            <a:pPr/>
            <a:r>
              <a:t>"tradeoffs": [</a:t>
            </a:r>
          </a:p>
          <a:p>
            <a:pPr/>
            <a:r>
              <a:t>"Amazon RDS may have variable pricing based on usage, while Aiven offers all-inclusive pricing.",</a:t>
            </a:r>
          </a:p>
          <a:p>
            <a:pPr/>
            <a:r>
              <a:t>"Aiven and DigitalOcean may provide simpler interfaces but lack deep AWS integration."</a:t>
            </a:r>
          </a:p>
          <a:p>
            <a:pPr/>
            <a:r>
              <a:t>],</a:t>
            </a:r>
          </a:p>
          <a:p>
            <a:pPr/>
            <a:r>
              <a:t>"step_by_step_decision_guide": [</a:t>
            </a:r>
          </a:p>
          <a:p>
            <a:pPr/>
            <a:r>
              <a:t>"Identify your specific PostgreSQL workload requirements.",</a:t>
            </a:r>
          </a:p>
          <a:p>
            <a:pPr/>
            <a:r>
              <a:t>"Evaluate the integration needs with other AWS services.",</a:t>
            </a:r>
          </a:p>
          <a:p>
            <a:pPr/>
            <a:r>
              <a:t>"Consider your budget and pricing models of the services.",</a:t>
            </a:r>
          </a:p>
          <a:p>
            <a:pPr/>
            <a:r>
              <a:t>"Assess the scalability options provided by each service.",</a:t>
            </a:r>
          </a:p>
          <a:p>
            <a:pPr/>
            <a:r>
              <a:t>"Review the documentation and support options available for each service."</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