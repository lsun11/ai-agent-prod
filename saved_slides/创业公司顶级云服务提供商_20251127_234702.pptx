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创业公司顶级云服务提供商</a:t>
            </a:r>
          </a:p>
        </p:txBody>
      </p:sp>
      <p:sp>
        <p:nvSpPr>
          <p:cNvPr id="3" name="Subtitle 2"/>
          <p:cNvSpPr>
            <a:spLocks noGrp="1"/>
          </p:cNvSpPr>
          <p:nvPr>
            <p:ph type="subTitle" idx="1"/>
          </p:nvPr>
        </p:nvSpPr>
        <p:spPr/>
        <p:txBody>
          <a:bodyPr/>
          <a:lstStyle/>
          <a:p>
            <a:r>
              <a:t>Generated on 2025-11-27 23:47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Oracle Cloud</a:t>
            </a:r>
          </a:p>
        </p:txBody>
      </p:sp>
      <p:sp>
        <p:nvSpPr>
          <p:cNvPr id="3" name="Content Placeholder 2"/>
          <p:cNvSpPr>
            <a:spLocks noGrp="1"/>
          </p:cNvSpPr>
          <p:nvPr>
            <p:ph idx="1"/>
          </p:nvPr>
        </p:nvSpPr>
        <p:spPr/>
        <p:txBody>
          <a:bodyPr/>
          <a:lstStyle/>
          <a:p>
            <a:pPr/>
            <a:r>
              <a:t>🌐 Website: https://www.oracle.com/cloud/</a:t>
            </a:r>
          </a:p>
          <a:p>
            <a:pPr/>
            <a:r>
              <a:t>💰 Pricing: Freemium</a:t>
            </a:r>
          </a:p>
          <a:p>
            <a:pPr/>
            <a:r>
              <a:t>💰 Details: Free tier available, pay-as-you-go for additional resources</a:t>
            </a:r>
          </a:p>
          <a:p>
            <a:pPr/>
            <a:r>
              <a:t>📖 Open Source: False</a:t>
            </a:r>
          </a:p>
          <a:p>
            <a:pPr/>
            <a:r>
              <a:t>🛠 Tech Stack:</a:t>
            </a:r>
          </a:p>
          <a:p>
            <a:pPr lvl="1"/>
            <a:r>
              <a:t>- Oracle Database</a:t>
            </a:r>
          </a:p>
          <a:p>
            <a:pPr lvl="1"/>
            <a:r>
              <a:t>- Oracle Exadata</a:t>
            </a:r>
          </a:p>
          <a:p>
            <a:pPr lvl="1"/>
            <a:r>
              <a:t>- Java</a:t>
            </a:r>
          </a:p>
          <a:p>
            <a:pPr lvl="1"/>
            <a:r>
              <a:t>- Kubernetes</a:t>
            </a:r>
          </a:p>
          <a:p>
            <a:pPr lvl="1"/>
            <a:r>
              <a:t>- Containers</a:t>
            </a:r>
          </a:p>
          <a:p>
            <a:pPr/>
            <a:r>
              <a:t>📝 Summary:</a:t>
            </a:r>
          </a:p>
          <a:p>
            <a:pPr lvl="1"/>
            <a:r>
              <a:t>Oracle Cloud Infrastructure is a next-generation cloud platform providing compute, storage, networking, and database services designed to run applications faster and more securely.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a:t>
            </a:r>
          </a:p>
        </p:txBody>
      </p:sp>
      <p:sp>
        <p:nvSpPr>
          <p:cNvPr id="3" name="Content Placeholder 2"/>
          <p:cNvSpPr>
            <a:spLocks noGrp="1"/>
          </p:cNvSpPr>
          <p:nvPr>
            <p:ph idx="1"/>
          </p:nvPr>
        </p:nvSpPr>
        <p:spPr/>
        <p:txBody>
          <a:bodyPr/>
          <a:lstStyle/>
          <a:p>
            <a:pPr/>
            <a:r>
              <a:t>🌐 Website: https://aws.amazon.com/#</a:t>
            </a:r>
          </a:p>
          <a:p>
            <a:pPr/>
            <a:r>
              <a:t>💰 Pricing: Freemium</a:t>
            </a:r>
          </a:p>
          <a:p>
            <a:pPr/>
            <a:r>
              <a:t>💰 Details: Free tier available, pay-as-you-go for compute, storage, and services used</a:t>
            </a:r>
          </a:p>
          <a:p>
            <a:pPr/>
            <a:r>
              <a:t>📖 Open Source: False</a:t>
            </a:r>
          </a:p>
          <a:p>
            <a:pPr/>
            <a:r>
              <a:t>🛠 Tech Stack:</a:t>
            </a:r>
          </a:p>
          <a:p>
            <a:pPr lvl="1"/>
            <a:r>
              <a:t>- EC2</a:t>
            </a:r>
          </a:p>
          <a:p>
            <a:pPr lvl="1"/>
            <a:r>
              <a:t>- S3</a:t>
            </a:r>
          </a:p>
          <a:p>
            <a:pPr lvl="1"/>
            <a:r>
              <a:t>- Lambda</a:t>
            </a:r>
          </a:p>
          <a:p>
            <a:pPr lvl="1"/>
            <a:r>
              <a:t>- RDS</a:t>
            </a:r>
          </a:p>
          <a:p>
            <a:pPr lvl="1"/>
            <a:r>
              <a:t>- VPC</a:t>
            </a:r>
          </a:p>
          <a:p>
            <a:pPr/>
            <a:r>
              <a:t>📝 Summary:</a:t>
            </a:r>
          </a:p>
          <a:p>
            <a:pPr lvl="1"/>
            <a:r>
              <a:t>AWS provides on-demand cloud computing platforms and APIs with compute, storage, networking, databases, and hundreds of managed services.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Google Cloud Platform</a:t>
            </a:r>
          </a:p>
        </p:txBody>
      </p:sp>
      <p:sp>
        <p:nvSpPr>
          <p:cNvPr id="3" name="Content Placeholder 2"/>
          <p:cNvSpPr>
            <a:spLocks noGrp="1"/>
          </p:cNvSpPr>
          <p:nvPr>
            <p:ph idx="1"/>
          </p:nvPr>
        </p:nvSpPr>
        <p:spPr/>
        <p:txBody>
          <a:bodyPr/>
          <a:lstStyle/>
          <a:p>
            <a:pPr/>
            <a:r>
              <a:t>🌐 Website: https://cloud.google.com/</a:t>
            </a:r>
          </a:p>
          <a:p>
            <a:pPr/>
            <a:r>
              <a:t>💰 Pricing: Freemium</a:t>
            </a:r>
          </a:p>
          <a:p>
            <a:pPr/>
            <a:r>
              <a:t>💰 Details: $300 free credits + free tier for 20+ products, then pay-as-you-go</a:t>
            </a:r>
          </a:p>
          <a:p>
            <a:pPr/>
            <a:r>
              <a:t>📖 Open Source: False</a:t>
            </a:r>
          </a:p>
          <a:p>
            <a:pPr/>
            <a:r>
              <a:t>🛠 Tech Stack:</a:t>
            </a:r>
          </a:p>
          <a:p>
            <a:pPr lvl="1"/>
            <a:r>
              <a:t>- Kubernetes</a:t>
            </a:r>
          </a:p>
          <a:p>
            <a:pPr lvl="1"/>
            <a:r>
              <a:t>- TensorFlow</a:t>
            </a:r>
          </a:p>
          <a:p>
            <a:pPr lvl="1"/>
            <a:r>
              <a:t>- BigQuery</a:t>
            </a:r>
          </a:p>
          <a:p>
            <a:pPr lvl="1"/>
            <a:r>
              <a:t>- Cloud Run</a:t>
            </a:r>
          </a:p>
          <a:p>
            <a:pPr lvl="1"/>
            <a:r>
              <a:t>- Vertex AI</a:t>
            </a:r>
          </a:p>
          <a:p>
            <a:pPr/>
            <a:r>
              <a:t>📝 Summary:</a:t>
            </a:r>
          </a:p>
          <a:p>
            <a:pPr lvl="1"/>
            <a:r>
              <a:t>Google's comprehensive cloud platform offering compute, storage, databases, AI/ML services, and data analytics with enterprise-grade security.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a:t>
            </a:r>
          </a:p>
        </p:txBody>
      </p:sp>
      <p:sp>
        <p:nvSpPr>
          <p:cNvPr id="3" name="Content Placeholder 2"/>
          <p:cNvSpPr>
            <a:spLocks noGrp="1"/>
          </p:cNvSpPr>
          <p:nvPr>
            <p:ph idx="1"/>
          </p:nvPr>
        </p:nvSpPr>
        <p:spPr/>
        <p:txBody>
          <a:bodyPr/>
          <a:lstStyle/>
          <a:p>
            <a:pPr/>
            <a:r>
              <a:t>🌐 Website: https://azure.microsoft.com/en-us/</a:t>
            </a:r>
          </a:p>
          <a:p>
            <a:pPr/>
            <a:r>
              <a:t>💰 Pricing: Freemium</a:t>
            </a:r>
          </a:p>
          <a:p>
            <a:pPr/>
            <a:r>
              <a:t>💰 Details: Free trial up to 30 days, then pay-as-you-go or enterprise pricing</a:t>
            </a:r>
          </a:p>
          <a:p>
            <a:pPr/>
            <a:r>
              <a:t>📖 Open Source: False</a:t>
            </a:r>
          </a:p>
          <a:p>
            <a:pPr/>
            <a:r>
              <a:t>🛠 Tech Stack:</a:t>
            </a:r>
          </a:p>
          <a:p>
            <a:pPr lvl="1"/>
            <a:r>
              <a:t>- Microsoft Foundry</a:t>
            </a:r>
          </a:p>
          <a:p>
            <a:pPr lvl="1"/>
            <a:r>
              <a:t>- Azure AI</a:t>
            </a:r>
          </a:p>
          <a:p>
            <a:pPr lvl="1"/>
            <a:r>
              <a:t>- Anthropic Claude</a:t>
            </a:r>
          </a:p>
          <a:p>
            <a:pPr lvl="1"/>
            <a:r>
              <a:t>- Virtual machines</a:t>
            </a:r>
          </a:p>
          <a:p>
            <a:pPr lvl="1"/>
            <a:r>
              <a:t>- Containers</a:t>
            </a:r>
          </a:p>
          <a:p>
            <a:pPr/>
            <a:r>
              <a:t>📝 Summary:</a:t>
            </a:r>
          </a:p>
          <a:p>
            <a:pPr lvl="1"/>
            <a:r>
              <a:t>Microsoft's cloud platform providing compute, storage, networking, AI/ML services, and managed solutions for building and scaling applications.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```json</a:t>
            </a:r>
          </a:p>
          <a:p>
            <a:pPr/>
            <a:r>
              <a:t>{</a:t>
            </a:r>
          </a:p>
          <a:p>
            <a:pPr/>
            <a:r>
              <a:t>"primary_choice": "AWS",</a:t>
            </a:r>
          </a:p>
          <a:p>
            <a:pPr/>
            <a:r>
              <a:t>"backup_options": [</a:t>
            </a:r>
          </a:p>
          <a:p>
            <a:pPr/>
            <a:r>
              <a:t>"Google Cloud Platform",</a:t>
            </a:r>
          </a:p>
          <a:p>
            <a:pPr/>
            <a:r>
              <a:t>"Azure"</a:t>
            </a:r>
          </a:p>
          <a:p>
            <a:pPr/>
            <a:r>
              <a:t>],</a:t>
            </a:r>
          </a:p>
          <a:p>
            <a:pPr/>
            <a:r>
              <a:t>"summary": "For startups, AWS is the primary recommendation due to its comprehensive free tier, extensive startup support programs (AWS Activate), and the largest ecosystem of third-party integrations. Google Cloud Platform offers $300 in free credits and excels in AI/ML capabilities with competitive pricing, making it ideal for data-intensive startups. Azure is best suited for startups already using Microsoft tools or targeting enterprise customers with Microsoft ecosystems.",</a:t>
            </a:r>
          </a:p>
          <a:p>
            <a:pPr/>
            <a:r>
              <a:t>"selection_criteria": [</a:t>
            </a:r>
          </a:p>
          <a:p>
            <a:pPr/>
            <a:r>
              <a:t>"Free tier and startup credits availability",</a:t>
            </a:r>
          </a:p>
          <a:p>
            <a:pPr/>
            <a:r>
              <a:t>"Startup-specific support programs and resources",</a:t>
            </a:r>
          </a:p>
          <a:p>
            <a:pPr/>
            <a:r>
              <a:t>"Breadth of services for rapid prototyping",</a:t>
            </a:r>
          </a:p>
          <a:p>
            <a:pPr/>
            <a:r>
              <a:t>"Cost predictability and pay-as-you-go flexibility",</a:t>
            </a:r>
          </a:p>
          <a:p>
            <a:pPr/>
            <a:r>
              <a:t>"Community resources and documentation quality",</a:t>
            </a:r>
          </a:p>
          <a:p>
            <a:pPr/>
            <a:r>
              <a:t>"Integration with common startup tools (GitHub, CI/CD)",</a:t>
            </a:r>
          </a:p>
          <a:p>
            <a:pPr/>
            <a:r>
              <a:t>"Ease of scaling from MVP to production"</a:t>
            </a:r>
          </a:p>
          <a:p>
            <a:pPr/>
            <a:r>
              <a:t>],</a:t>
            </a:r>
          </a:p>
          <a:p>
            <a:pPr/>
            <a:r>
              <a:t>"tradeoffs": [</a:t>
            </a:r>
          </a:p>
          <a:p>
            <a:pPr/>
            <a:r>
              <a:t>{</a:t>
            </a:r>
          </a:p>
          <a:p>
            <a:pPr/>
            <a:r>
              <a:t>"aspect": "Free Credits vs Long-term Free Tier",</a:t>
            </a:r>
          </a:p>
          <a:p>
            <a:pPr/>
            <a:r>
              <a:t>"comparison": "GCP offers $300 upfront credits plus ongoing free tier for 20+ products, while AWS provides a 12-month free tier with perpetual free tiers on some services. GCP's credits expire but provide more initial runway."</a:t>
            </a:r>
          </a:p>
          <a:p>
            <a:pPr/>
            <a:r>
              <a:t>},</a:t>
            </a:r>
          </a:p>
          <a:p>
            <a:pPr/>
            <a:r>
              <a:t>{</a:t>
            </a:r>
          </a:p>
          <a:p>
            <a:pPr/>
            <a:r>
              <a:t>"aspect": "Ecosystem Size vs Simplicity",</a:t>
            </a:r>
          </a:p>
          <a:p>
            <a:pPr/>
            <a:r>
              <a:t>"comparison": "AWS has the largest service catalog (200+ services) and ecosystem but steeper learning curve. GCP offers fewer services but cleaner APIs and better developer experience for modern cloud-native applications."</a:t>
            </a:r>
          </a:p>
          <a:p>
            <a:pPr/>
            <a:r>
              <a:t>},</a:t>
            </a:r>
          </a:p>
          <a:p>
            <a:pPr/>
            <a:r>
              <a:t>{</a:t>
            </a:r>
          </a:p>
          <a:p>
            <a:pPr/>
            <a:r>
              <a:t>"aspect": "Enterprise Integration vs Startup Agility",</a:t>
            </a:r>
          </a:p>
          <a:p>
            <a:pPr/>
            <a:r>
              <a:t>"comparison": "Azure excels if targeting enterprise customers or using Microsoft stack (.NET, Active Directory, Microsoft 365), but AWS and GCP are more commonly adopted in the startup ecosystem with better community support."</a:t>
            </a:r>
          </a:p>
          <a:p>
            <a:pPr/>
            <a:r>
              <a:t>},</a:t>
            </a:r>
          </a:p>
          <a:p>
            <a:pPr/>
            <a:r>
              <a:t>{</a:t>
            </a:r>
          </a:p>
          <a:p>
            <a:pPr/>
            <a:r>
              <a:t>"aspect": "AI/ML Capabilities",</a:t>
            </a:r>
          </a:p>
          <a:p>
            <a:pPr/>
            <a:r>
              <a:t>"comparison": "GCP leads in AI/ML with TensorFlow, Vertex AI, and BigQuery for data analytics. AWS offers comprehensive AI services but more fragmented. Azure provides strong AI through partnerships (Anthropic Claude) and Azure AI."</a:t>
            </a:r>
          </a:p>
          <a:p>
            <a:pPr/>
            <a:r>
              <a:t>}</a:t>
            </a:r>
          </a:p>
          <a:p>
            <a:pPr/>
            <a:r>
              <a:t>],</a:t>
            </a:r>
          </a:p>
          <a:p>
            <a:pPr/>
            <a:r>
              <a:t>"step_by_step_decision_guide": [</a:t>
            </a:r>
          </a:p>
          <a:p>
            <a:pPr/>
            <a:r>
              <a:t>"Assess your tech stack: Choose Azure if heavily invested in Microsoft technologies (.NET, Windows, Active Directory), otherwise continue evaluation.",</a:t>
            </a:r>
          </a:p>
          <a:p>
            <a:pPr/>
            <a:r>
              <a:t>"Evaluate your primary workload: If AI/ML and data analytics are core to your product, prioritize GCP for superior tools like BigQuery and Vertex AI.",</a:t>
            </a:r>
          </a:p>
          <a:p>
            <a:pPr/>
            <a:r>
              <a:t>"Calculate initial runway needs: Apply for startup programs - AWS Activate (up to $100k credits), GCP for Startups, or Microsoft for Startups - based on eligibility.",</a:t>
            </a:r>
          </a:p>
          <a:p>
            <a:pPr/>
            <a:r>
              <a:t>"Consider team expertise: Choose the platform your team has experience with to minimize learning curve and time-to-market.",</a:t>
            </a:r>
          </a:p>
          <a:p>
            <a:pPr/>
            <a:r>
              <a:t>"Review integration requirements: If using GitHub, Terraform, Docker heavily, all three work well, but AWS has the most mature third-party ecosystem.",</a:t>
            </a:r>
          </a:p>
          <a:p>
            <a:pPr/>
            <a:r>
              <a:t>"Start with free tier: Launch MVP on the platform's free tier (AWS 12-month, GCP $300 credits, Azure 30-day trial) to test before committing.",</a:t>
            </a:r>
          </a:p>
          <a:p>
            <a:pPr/>
            <a:r>
              <a:t>"Plan for scale: AWS offers the most regions and services for global expansion, while GCP provides better pricing for sustained workloads through committed use discounts."</a:t>
            </a:r>
          </a:p>
          <a:p>
            <a:pPr/>
            <a:r>
              <a:t>]</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