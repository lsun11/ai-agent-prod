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有哪些 Terraform 的替代 IaC 工具？</a:t>
            </a:r>
          </a:p>
        </p:txBody>
      </p:sp>
      <p:sp>
        <p:nvSpPr>
          <p:cNvPr id="3" name="Subtitle 2"/>
          <p:cNvSpPr>
            <a:spLocks noGrp="1"/>
          </p:cNvSpPr>
          <p:nvPr>
            <p:ph type="subTitle" idx="1"/>
          </p:nvPr>
        </p:nvSpPr>
        <p:spPr/>
        <p:txBody>
          <a:bodyPr/>
          <a:lstStyle/>
          <a:p>
            <a:r>
              <a:t>Generated on 2025-11-27 16:19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Pulumi</a:t>
            </a:r>
          </a:p>
        </p:txBody>
      </p:sp>
      <p:sp>
        <p:nvSpPr>
          <p:cNvPr id="3" name="Content Placeholder 2"/>
          <p:cNvSpPr>
            <a:spLocks noGrp="1"/>
          </p:cNvSpPr>
          <p:nvPr>
            <p:ph idx="1"/>
          </p:nvPr>
        </p:nvSpPr>
        <p:spPr/>
        <p:txBody>
          <a:bodyPr/>
          <a:lstStyle/>
          <a:p>
            <a:pPr/>
            <a:r>
              <a:t>🌐 Website: https://www.pulumi.com/pricing/</a:t>
            </a:r>
          </a:p>
          <a:p>
            <a:pPr/>
            <a:r>
              <a:t>💰 Pricing: Freemium</a:t>
            </a:r>
          </a:p>
          <a:p>
            <a:pPr/>
            <a:r>
              <a:t>💰 Details: Free for individuals; $40/month for teams; $400/month for enterprise</a:t>
            </a:r>
          </a:p>
          <a:p>
            <a:pPr/>
            <a:r>
              <a:t>📖 Open Source: False</a:t>
            </a:r>
          </a:p>
          <a:p>
            <a:pPr/>
            <a:r>
              <a:t>🛠 Tech Stack:</a:t>
            </a:r>
          </a:p>
          <a:p>
            <a:pPr lvl="1"/>
            <a:r>
              <a:t>- Cloud providers</a:t>
            </a:r>
          </a:p>
          <a:p>
            <a:pPr lvl="1"/>
            <a:r>
              <a:t>- Kubernetes</a:t>
            </a:r>
          </a:p>
          <a:p>
            <a:pPr lvl="1"/>
            <a:r>
              <a:t>- Docker</a:t>
            </a:r>
          </a:p>
          <a:p>
            <a:pPr/>
            <a:r>
              <a:t>📝 Summary:</a:t>
            </a:r>
          </a:p>
          <a:p>
            <a:pPr lvl="1"/>
            <a:r>
              <a:t>Pulumi enables users to manage cloud infrastructure using familiar programming languages.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Spacelift</a:t>
            </a:r>
          </a:p>
        </p:txBody>
      </p:sp>
      <p:sp>
        <p:nvSpPr>
          <p:cNvPr id="3" name="Content Placeholder 2"/>
          <p:cNvSpPr>
            <a:spLocks noGrp="1"/>
          </p:cNvSpPr>
          <p:nvPr>
            <p:ph idx="1"/>
          </p:nvPr>
        </p:nvSpPr>
        <p:spPr/>
        <p:txBody>
          <a:bodyPr/>
          <a:lstStyle/>
          <a:p>
            <a:pPr/>
            <a:r>
              <a:t>🌐 Website: https://spacelift.io/pricing</a:t>
            </a:r>
          </a:p>
          <a:p>
            <a:pPr/>
            <a:r>
              <a:t>💰 Pricing: Unknown</a:t>
            </a:r>
          </a:p>
          <a:p>
            <a:pPr/>
            <a:r>
              <a:t>💰 Details: Unknown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Resource Manager</a:t>
            </a:r>
          </a:p>
        </p:txBody>
      </p:sp>
      <p:sp>
        <p:nvSpPr>
          <p:cNvPr id="3" name="Content Placeholder 2"/>
          <p:cNvSpPr>
            <a:spLocks noGrp="1"/>
          </p:cNvSpPr>
          <p:nvPr>
            <p:ph idx="1"/>
          </p:nvPr>
        </p:nvSpPr>
        <p:spPr/>
        <p:txBody>
          <a:bodyPr/>
          <a:lstStyle/>
          <a:p>
            <a:pPr/>
            <a:r>
              <a:t>🌐 Website: https://azure.microsoft.com/en-us/pricing</a:t>
            </a:r>
          </a:p>
          <a:p>
            <a:pPr/>
            <a:r>
              <a:t>💰 Pricing: Unknown</a:t>
            </a:r>
          </a:p>
          <a:p>
            <a:pPr/>
            <a:r>
              <a:t>📖 Open Source: False</a:t>
            </a:r>
          </a:p>
          <a:p>
            <a:pPr/>
            <a:r>
              <a:t>📝 Summary:</a:t>
            </a:r>
          </a:p>
          <a:p>
            <a:pPr lvl="1"/>
            <a:r>
              <a:t>Azure Resource Manager provides a management layer for deploying and managing Azure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CloudFormation</a:t>
            </a:r>
          </a:p>
        </p:txBody>
      </p:sp>
      <p:sp>
        <p:nvSpPr>
          <p:cNvPr id="3" name="Content Placeholder 2"/>
          <p:cNvSpPr>
            <a:spLocks noGrp="1"/>
          </p:cNvSpPr>
          <p:nvPr>
            <p:ph idx="1"/>
          </p:nvPr>
        </p:nvSpPr>
        <p:spPr/>
        <p:txBody>
          <a:bodyPr/>
          <a:lstStyle/>
          <a:p>
            <a:pPr/>
            <a:r>
              <a:t>🌐 Website: https://aws.amazon.com/cloudformation/pricing/</a:t>
            </a:r>
          </a:p>
          <a:p>
            <a:pPr/>
            <a:r>
              <a:t>💰 Pricing: Unknown</a:t>
            </a:r>
          </a:p>
          <a:p>
            <a:pPr/>
            <a:r>
              <a:t>💰 Details: Unknown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"Pulumi",</a:t>
            </a:r>
          </a:p>
          <a:p>
            <a:pPr/>
            <a:r>
              <a:t>"backup_options": [</a:t>
            </a:r>
          </a:p>
          <a:p>
            <a:pPr/>
            <a:r>
              <a:t>"Azure Resource Manager",</a:t>
            </a:r>
          </a:p>
          <a:p>
            <a:pPr/>
            <a:r>
              <a:t>"AWS CloudFormation"</a:t>
            </a:r>
          </a:p>
          <a:p>
            <a:pPr/>
            <a:r>
              <a:t>],</a:t>
            </a:r>
          </a:p>
          <a:p>
            <a:pPr/>
            <a:r>
              <a:t>"summary": "Pulumi is a strong alternative to Terraform, allowing users to manage cloud infrastructure using familiar programming languages, which can be beneficial for teams with diverse skill sets. Azure Resource Manager and AWS CloudFormation are also viable options, particularly if you are focused on specific cloud providers, but they may not offer the same level of flexibility in programming language support as Pulumi.",</a:t>
            </a:r>
          </a:p>
          <a:p>
            <a:pPr/>
            <a:r>
              <a:t>"selection_criteria": [</a:t>
            </a:r>
          </a:p>
          <a:p>
            <a:pPr/>
            <a:r>
              <a:t>"familiarity with programming languages",</a:t>
            </a:r>
          </a:p>
          <a:p>
            <a:pPr/>
            <a:r>
              <a:t>"budget constraints",</a:t>
            </a:r>
          </a:p>
          <a:p>
            <a:pPr/>
            <a:r>
              <a:t>"cloud provider preference",</a:t>
            </a:r>
          </a:p>
          <a:p>
            <a:pPr/>
            <a:r>
              <a:t>"team collaboration features"</a:t>
            </a:r>
          </a:p>
          <a:p>
            <a:pPr/>
            <a:r>
              <a:t>],</a:t>
            </a:r>
          </a:p>
          <a:p>
            <a:pPr/>
            <a:r>
              <a:t>"tradeoffs": [</a:t>
            </a:r>
          </a:p>
          <a:p>
            <a:pPr/>
            <a:r>
              <a:t>"Pulumi offers flexibility with programming languages but comes with a cost for team usage.",</a:t>
            </a:r>
          </a:p>
          <a:p>
            <a:pPr/>
            <a:r>
              <a:t>"Azure Resource Manager and AWS CloudFormation are free to use but are limited to their respective cloud ecosystems."</a:t>
            </a:r>
          </a:p>
          <a:p>
            <a:pPr/>
            <a:r>
              <a:t>],</a:t>
            </a:r>
          </a:p>
          <a:p>
            <a:pPr/>
            <a:r>
              <a:t>"step_by_step_decision_guide": [</a:t>
            </a:r>
          </a:p>
          <a:p>
            <a:pPr/>
            <a:r>
              <a:t>"Assess your team's familiarity with programming languages and choose Pulumi if they are comfortable with JavaScript, Python, or Go.",</a:t>
            </a:r>
          </a:p>
          <a:p>
            <a:pPr/>
            <a:r>
              <a:t>"Evaluate your budget and consider Pulumi's pricing model for team collaboration.",</a:t>
            </a:r>
          </a:p>
          <a:p>
            <a:pPr/>
            <a:r>
              <a:t>"Determine if you are committed to a specific cloud provider, which may lead you to Azure Resource Manager or AWS CloudFormation.",</a:t>
            </a:r>
          </a:p>
          <a:p>
            <a:pPr/>
            <a:r>
              <a:t>"Consider the integration capabilities you need, such as CI/CD tools, which Pulumi supports well.",</a:t>
            </a:r>
          </a:p>
          <a:p>
            <a:pPr/>
            <a:r>
              <a:t>"Review the documentation and community support for each option to ensure you have the resources needed for implementation."</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