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Airbnb alternatives</a:t>
            </a:r>
          </a:p>
        </p:txBody>
      </p:sp>
      <p:sp>
        <p:nvSpPr>
          <p:cNvPr id="3" name="Subtitle 2"/>
          <p:cNvSpPr>
            <a:spLocks noGrp="1"/>
          </p:cNvSpPr>
          <p:nvPr>
            <p:ph type="subTitle" idx="1"/>
          </p:nvPr>
        </p:nvSpPr>
        <p:spPr/>
        <p:txBody>
          <a:bodyPr/>
          <a:lstStyle/>
          <a:p>
            <a:r>
              <a:t>Generated on 2025-11-27 23:59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Vrbo</a:t>
            </a:r>
          </a:p>
        </p:txBody>
      </p:sp>
      <p:sp>
        <p:nvSpPr>
          <p:cNvPr id="3" name="Content Placeholder 2"/>
          <p:cNvSpPr>
            <a:spLocks noGrp="1"/>
          </p:cNvSpPr>
          <p:nvPr>
            <p:ph idx="1"/>
          </p:nvPr>
        </p:nvSpPr>
        <p:spPr/>
        <p:txBody>
          <a:bodyPr/>
          <a:lstStyle/>
          <a:p>
            <a:pPr/>
            <a:r>
              <a:t>🌐 Website: https://www.vrbo.com/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hostFront</a:t>
            </a:r>
          </a:p>
        </p:txBody>
      </p:sp>
      <p:sp>
        <p:nvSpPr>
          <p:cNvPr id="3" name="Content Placeholder 2"/>
          <p:cNvSpPr>
            <a:spLocks noGrp="1"/>
          </p:cNvSpPr>
          <p:nvPr>
            <p:ph idx="1"/>
          </p:nvPr>
        </p:nvSpPr>
        <p:spPr/>
        <p:txBody>
          <a:bodyPr/>
          <a:lstStyle/>
          <a:p>
            <a:pPr/>
            <a:r>
              <a:t>🌐 Website: https://front.com/</a:t>
            </a:r>
          </a:p>
          <a:p>
            <a:pPr/>
            <a:r>
              <a:t>💰 Pricing: Freemium</a:t>
            </a:r>
          </a:p>
          <a:p>
            <a:pPr/>
            <a:r>
              <a:t>💰 Details: Free trial available; pricing details not specified</a:t>
            </a:r>
          </a:p>
          <a:p>
            <a:pPr/>
            <a:r>
              <a:t>📖 Open Source: False</a:t>
            </a:r>
          </a:p>
          <a:p>
            <a:pPr/>
            <a:r>
              <a:t>📝 Summary:</a:t>
            </a:r>
          </a:p>
          <a:p>
            <a:pPr lvl="1"/>
            <a:r>
              <a:t>A platform that integrates shared inbox, ticketing, AI agents, automation, and insights to enhance customer support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Lodgify</a:t>
            </a:r>
          </a:p>
        </p:txBody>
      </p:sp>
      <p:sp>
        <p:nvSpPr>
          <p:cNvPr id="3" name="Content Placeholder 2"/>
          <p:cNvSpPr>
            <a:spLocks noGrp="1"/>
          </p:cNvSpPr>
          <p:nvPr>
            <p:ph idx="1"/>
          </p:nvPr>
        </p:nvSpPr>
        <p:spPr/>
        <p:txBody>
          <a:bodyPr/>
          <a:lstStyle/>
          <a:p>
            <a:pPr/>
            <a:r>
              <a:t>🌐 Website: https://www.lodgify.com/</a:t>
            </a:r>
          </a:p>
          <a:p>
            <a:pPr/>
            <a:r>
              <a:t>💰 Pricing: Paid</a:t>
            </a:r>
          </a:p>
          <a:p>
            <a:pPr/>
            <a:r>
              <a:t>💰 Details: 7-day free trial, no credit card required</a:t>
            </a:r>
          </a:p>
          <a:p>
            <a:pPr/>
            <a:r>
              <a:t>📖 Open Source: False</a:t>
            </a:r>
          </a:p>
          <a:p>
            <a:pPr/>
            <a:r>
              <a:t>📝 Summary:</a:t>
            </a:r>
          </a:p>
          <a:p>
            <a:pPr lvl="1"/>
            <a:r>
              <a:t>An all-in-one vacation rental software to manage hosting businesses with tools for channel management, website building, reservations, automation, and analytics.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OwnerRez</a:t>
            </a:r>
          </a:p>
        </p:txBody>
      </p:sp>
      <p:sp>
        <p:nvSpPr>
          <p:cNvPr id="3" name="Content Placeholder 2"/>
          <p:cNvSpPr>
            <a:spLocks noGrp="1"/>
          </p:cNvSpPr>
          <p:nvPr>
            <p:ph idx="1"/>
          </p:nvPr>
        </p:nvSpPr>
        <p:spPr/>
        <p:txBody>
          <a:bodyPr/>
          <a:lstStyle/>
          <a:p>
            <a:pPr/>
            <a:r>
              <a:t>🌐 Website: https://www.ownerrez.com/</a:t>
            </a:r>
          </a:p>
          <a:p>
            <a:pPr/>
            <a:r>
              <a:t>💰 Pricing: Paid</a:t>
            </a:r>
          </a:p>
          <a:p>
            <a:pPr/>
            <a:r>
              <a:t>💰 Details: 45 day free trial with onboarding included; no revenue percentage fees</a:t>
            </a:r>
          </a:p>
          <a:p>
            <a:pPr/>
            <a:r>
              <a:t>📖 Open Source: False</a:t>
            </a:r>
          </a:p>
          <a:p>
            <a:pPr/>
            <a:r>
              <a:t>📝 Summary:</a:t>
            </a:r>
          </a:p>
          <a:p>
            <a:pPr lvl="1"/>
            <a:r>
              <a:t>OwnerRez is a vacation rental platform offering channel management, property management, messaging, accounting, and website building for rental businesses.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"Vrbo",</a:t>
            </a:r>
          </a:p>
          <a:p>
            <a:pPr/>
            <a:r>
              <a:t>"backup_options": ["Lodgify", "OwnerRez"],</a:t>
            </a:r>
          </a:p>
          <a:p>
            <a:pPr/>
            <a:r>
              <a:t>"summary": "Vrbo is the most direct alternative to Airbnb as a vacation rental marketplace connecting property owners with travelers. Lodgify and OwnerRez are more focused on providing vacation rental management software and tools for hosts to manage bookings, channels, and websites rather than being marketplaces themselves. Lodgify offers channel management and website building with integrations to major platforms, while OwnerRez provides extensive property management features and multi-channel integrations including Airbnb and Vrbo.",</a:t>
            </a:r>
          </a:p>
          <a:p>
            <a:pPr/>
            <a:r>
              <a:t>"selection_criteria": [</a:t>
            </a:r>
          </a:p>
          <a:p>
            <a:pPr/>
            <a:r>
              <a:t>"Type of solution needed: marketplace vs rental management software",</a:t>
            </a:r>
          </a:p>
          <a:p>
            <a:pPr/>
            <a:r>
              <a:t>"Budget and pricing model",</a:t>
            </a:r>
          </a:p>
          <a:p>
            <a:pPr/>
            <a:r>
              <a:t>"Need for channel management and integrations",</a:t>
            </a:r>
          </a:p>
          <a:p>
            <a:pPr/>
            <a:r>
              <a:t>"Trial availability to test platform features",</a:t>
            </a:r>
          </a:p>
          <a:p>
            <a:pPr/>
            <a:r>
              <a:t>"Focus on property owner vs traveler use case"</a:t>
            </a:r>
          </a:p>
          <a:p>
            <a:pPr/>
            <a:r>
              <a:t>],</a:t>
            </a:r>
          </a:p>
          <a:p>
            <a:pPr/>
            <a:r>
              <a:t>"tradeoffs": [</a:t>
            </a:r>
          </a:p>
          <a:p>
            <a:pPr/>
            <a:r>
              <a:t>"Vrbo offers a marketplace for listing and booking rentals but does not provide host management tools.",</a:t>
            </a:r>
          </a:p>
          <a:p>
            <a:pPr/>
            <a:r>
              <a:t>"Lodgify and OwnerRez provide comprehensive host management features but are not marketplaces themselves.",</a:t>
            </a:r>
          </a:p>
          <a:p>
            <a:pPr/>
            <a:r>
              <a:t>"OwnerRez offers a longer free trial and no revenue fees, which may be better for hosts managing multiple properties.",</a:t>
            </a:r>
          </a:p>
          <a:p>
            <a:pPr/>
            <a:r>
              <a:t>"Lodgify integrates with multiple booking channels and offers website building, suitable for hosts wanting an all-in-one platform."</a:t>
            </a:r>
          </a:p>
          <a:p>
            <a:pPr/>
            <a:r>
              <a:t>],</a:t>
            </a:r>
          </a:p>
          <a:p>
            <a:pPr/>
            <a:r>
              <a:t>"step_by_step_decision_guide": [</a:t>
            </a:r>
          </a:p>
          <a:p>
            <a:pPr/>
            <a:r>
              <a:t>"Determine if you want a platform to list your property for travelers (marketplace) or software to manage your rental business.",</a:t>
            </a:r>
          </a:p>
          <a:p>
            <a:pPr/>
            <a:r>
              <a:t>"If you want a marketplace similar to Airbnb, choose Vrbo to reach travelers directly.",</a:t>
            </a:r>
          </a:p>
          <a:p>
            <a:pPr/>
            <a:r>
              <a:t>"If you want to manage multiple listings and channels, consider Lodgify or OwnerRez.",</a:t>
            </a:r>
          </a:p>
          <a:p>
            <a:pPr/>
            <a:r>
              <a:t>"Evaluate trial options: test Lodgify's 7-day free trial or OwnerRez's 45-day free trial with onboarding.",</a:t>
            </a:r>
          </a:p>
          <a:p>
            <a:pPr/>
            <a:r>
              <a:t>"Consider integrations needed (e.g., Airbnb, Vrbo, Expedia) and select the platform that supports your channels.",</a:t>
            </a:r>
          </a:p>
          <a:p>
            <a:pPr/>
            <a:r>
              <a:t>"Assess pricing and fees to ensure alignment with your budget and business model.",</a:t>
            </a:r>
          </a:p>
          <a:p>
            <a:pPr/>
            <a:r>
              <a:t>"Choose the platform that best fits your operational needs and preferred user experience."</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