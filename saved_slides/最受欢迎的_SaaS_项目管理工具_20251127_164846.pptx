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最受欢迎的 SaaS 项目管理工具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16:48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https://asana.com/pricing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$10.99/user/month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Asana is a project management tool that helps teams organize, track, and manage their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https://www.atlassian.com/software/jira/pricing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from $7.91/user/month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Jira is a project management tool designed to help teams plan, track, and manage agile software development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Monday.com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https://monday.com/pricing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https://trello.com/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"Asana",</a:t>
            </a:r>
          </a:p>
          <a:p>
            <a:pPr/>
            <a:r>
              <a:t>"backup_options": [</a:t>
            </a:r>
          </a:p>
          <a:p>
            <a:pPr/>
            <a:r>
              <a:t>"Jira"</a:t>
            </a:r>
          </a:p>
          <a:p>
            <a:pPr/>
            <a:r>
              <a:t>],</a:t>
            </a:r>
          </a:p>
          <a:p>
            <a:pPr/>
            <a:r>
              <a:t>"summary": "Asana is a popular project management tool that offers a freemium model, making it accessible for teams looking to organize and track their work efficiently. Jira, while also a strong contender, is more tailored for agile software development projects, which may not suit all teams. Both tools provide integration capabilities with various platforms, enhancing their usability in collaborative environments.",</a:t>
            </a:r>
          </a:p>
          <a:p>
            <a:pPr/>
            <a:r>
              <a:t>"selection_criteria": [</a:t>
            </a:r>
          </a:p>
          <a:p>
            <a:pPr/>
            <a:r>
              <a:t>"Budget (freemium options available)",</a:t>
            </a:r>
          </a:p>
          <a:p>
            <a:pPr/>
            <a:r>
              <a:t>"Ease of use",</a:t>
            </a:r>
          </a:p>
          <a:p>
            <a:pPr/>
            <a:r>
              <a:t>"Integration capabilities",</a:t>
            </a:r>
          </a:p>
          <a:p>
            <a:pPr/>
            <a:r>
              <a:t>"Team collaboration features"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"Asana offers a more general project management approach, while Jira is specialized for agile development.",</a:t>
            </a:r>
          </a:p>
          <a:p>
            <a:pPr/>
            <a:r>
              <a:t>"Jira may have a steeper learning curve due to its advanced features compared to Asana's user-friendly interface."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team's specific project management needs (general vs. agile).",</a:t>
            </a:r>
          </a:p>
          <a:p>
            <a:pPr/>
            <a:r>
              <a:t>"Evaluate the budget constraints and consider the freemium options of Asana and Jira.",</a:t>
            </a:r>
          </a:p>
          <a:p>
            <a:pPr/>
            <a:r>
              <a:t>"Assess the integration requirements with other tools your team uses.",</a:t>
            </a:r>
          </a:p>
          <a:p>
            <a:pPr/>
            <a:r>
              <a:t>"Consider the ease of use and learning curve for your team members.",</a:t>
            </a:r>
          </a:p>
          <a:p>
            <a:pPr/>
            <a:r>
              <a:t>"Test the free tiers of both Asana and Jira to see which fits your workflow better."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