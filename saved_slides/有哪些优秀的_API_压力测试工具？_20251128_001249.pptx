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有哪些优秀的 API 压力测试工具？</a:t>
            </a:r>
          </a:p>
        </p:txBody>
      </p:sp>
      <p:sp>
        <p:nvSpPr>
          <p:cNvPr id="3" name="Subtitle 2"/>
          <p:cNvSpPr>
            <a:spLocks noGrp="1"/>
          </p:cNvSpPr>
          <p:nvPr>
            <p:ph type="subTitle" idx="1"/>
          </p:nvPr>
        </p:nvSpPr>
        <p:spPr/>
        <p:txBody>
          <a:bodyPr/>
          <a:lstStyle/>
          <a:p>
            <a:r>
              <a:t>Generated on 2025-11-28 00:12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Katalon</a:t>
            </a:r>
          </a:p>
        </p:txBody>
      </p:sp>
      <p:sp>
        <p:nvSpPr>
          <p:cNvPr id="3" name="Content Placeholder 2"/>
          <p:cNvSpPr>
            <a:spLocks noGrp="1"/>
          </p:cNvSpPr>
          <p:nvPr>
            <p:ph idx="1"/>
          </p:nvPr>
        </p:nvSpPr>
        <p:spPr/>
        <p:txBody>
          <a:bodyPr/>
          <a:lstStyle/>
          <a:p>
            <a:pPr/>
            <a:r>
              <a:t>🌐 Website: https://katalon.com/</a:t>
            </a:r>
          </a:p>
          <a:p>
            <a:pPr/>
            <a:r>
              <a:t>💰 Pricing: Freemium</a:t>
            </a:r>
          </a:p>
          <a:p>
            <a:pPr/>
            <a:r>
              <a:t>📖 Open Source: False</a:t>
            </a:r>
          </a:p>
          <a:p>
            <a:pPr/>
            <a:r>
              <a:t>📝 Summary:</a:t>
            </a:r>
          </a:p>
          <a:p>
            <a:pPr lvl="1"/>
            <a:r>
              <a:t>Katalon is an AI-driven test automation platform that helps users create, execute, and maintain software tests faster and more efficiently.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Postman</a:t>
            </a:r>
          </a:p>
        </p:txBody>
      </p:sp>
      <p:sp>
        <p:nvSpPr>
          <p:cNvPr id="3" name="Content Placeholder 2"/>
          <p:cNvSpPr>
            <a:spLocks noGrp="1"/>
          </p:cNvSpPr>
          <p:nvPr>
            <p:ph idx="1"/>
          </p:nvPr>
        </p:nvSpPr>
        <p:spPr/>
        <p:txBody>
          <a:bodyPr/>
          <a:lstStyle/>
          <a:p>
            <a:pPr/>
            <a:r>
              <a:t>🌐 Website: https://www.postman.com/</a:t>
            </a:r>
          </a:p>
          <a:p>
            <a:pPr/>
            <a:r>
              <a:t>💰 Pricing: Freemium</a:t>
            </a:r>
          </a:p>
          <a:p>
            <a:pPr/>
            <a:r>
              <a:t>📖 Open Source: False</a:t>
            </a:r>
          </a:p>
          <a:p>
            <a:pPr/>
            <a:r>
              <a:t>📝 Summary:</a:t>
            </a:r>
          </a:p>
          <a:p>
            <a:pPr lvl="1"/>
            <a:r>
              <a:t>Postman is a platform that unifies API design, testing, documentation, monitoring, and discovery for teams.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SoapUI</a:t>
            </a:r>
          </a:p>
        </p:txBody>
      </p:sp>
      <p:sp>
        <p:nvSpPr>
          <p:cNvPr id="3" name="Content Placeholder 2"/>
          <p:cNvSpPr>
            <a:spLocks noGrp="1"/>
          </p:cNvSpPr>
          <p:nvPr>
            <p:ph idx="1"/>
          </p:nvPr>
        </p:nvSpPr>
        <p:spPr/>
        <p:txBody>
          <a:bodyPr/>
          <a:lstStyle/>
          <a:p>
            <a:pPr/>
            <a:r>
              <a:t>🌐 Website: https://www.soapui.org/</a:t>
            </a:r>
          </a:p>
          <a:p>
            <a:pPr/>
            <a:r>
              <a:t>💰 Pricing: Freemium</a:t>
            </a:r>
          </a:p>
          <a:p>
            <a:pPr/>
            <a:r>
              <a:t>📖 Open Source: True</a:t>
            </a:r>
          </a:p>
          <a:p>
            <a:pPr/>
            <a:r>
              <a:t>📝 Summary:</a:t>
            </a:r>
          </a:p>
          <a:p>
            <a:pPr lvl="1"/>
            <a:r>
              <a:t>An open source tool for testing REST, SOAP, GraphQL, and other APIs with support for automation and collaboration.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Swagger UI</a:t>
            </a:r>
          </a:p>
        </p:txBody>
      </p:sp>
      <p:sp>
        <p:nvSpPr>
          <p:cNvPr id="3" name="Content Placeholder 2"/>
          <p:cNvSpPr>
            <a:spLocks noGrp="1"/>
          </p:cNvSpPr>
          <p:nvPr>
            <p:ph idx="1"/>
          </p:nvPr>
        </p:nvSpPr>
        <p:spPr/>
        <p:txBody>
          <a:bodyPr/>
          <a:lstStyle/>
          <a:p>
            <a:pPr/>
            <a:r>
              <a:t>🌐 Website: https://swagger.io/tools/swagger-ui/</a:t>
            </a:r>
          </a:p>
          <a:p>
            <a:pPr/>
            <a:r>
              <a:t>💰 Pricing: Free</a:t>
            </a:r>
          </a:p>
          <a:p>
            <a:pPr/>
            <a:r>
              <a:t>📖 Open Source: True</a:t>
            </a:r>
          </a:p>
          <a:p>
            <a:pPr/>
            <a:r>
              <a:t>🛠 Tech Stack:</a:t>
            </a:r>
          </a:p>
          <a:p>
            <a:pPr lvl="1"/>
            <a:r>
              <a:t>- JavaScript</a:t>
            </a:r>
          </a:p>
          <a:p>
            <a:pPr lvl="1"/>
            <a:r>
              <a:t>- OpenAPI Specification</a:t>
            </a:r>
          </a:p>
          <a:p>
            <a:pPr/>
            <a:r>
              <a:t>📝 Summary:</a:t>
            </a:r>
          </a:p>
          <a:p>
            <a:pPr lvl="1"/>
            <a:r>
              <a:t>An open source tool that generates interactive API documentation from OpenAPI specs to facilitate API exploration and testing.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Recommendations / Analysis</a:t>
            </a:r>
          </a:p>
        </p:txBody>
      </p:sp>
      <p:sp>
        <p:nvSpPr>
          <p:cNvPr id="3" name="Content Placeholder 2"/>
          <p:cNvSpPr>
            <a:spLocks noGrp="1"/>
          </p:cNvSpPr>
          <p:nvPr>
            <p:ph idx="1"/>
          </p:nvPr>
        </p:nvSpPr>
        <p:spPr/>
        <p:txBody>
          <a:bodyPr/>
          <a:lstStyle/>
          <a:p>
            <a:pPr/>
            <a:r>
              <a:t>{</a:t>
            </a:r>
          </a:p>
          <a:p>
            <a:pPr/>
            <a:r>
              <a:t>"primary_choice": "SoapUI",</a:t>
            </a:r>
          </a:p>
          <a:p>
            <a:pPr/>
            <a:r>
              <a:t>"backup_options": ["Postman", "Katalon"],</a:t>
            </a:r>
          </a:p>
          <a:p>
            <a:pPr/>
            <a:r>
              <a:t>"summary": "For API load testing, SoapUI stands out as the best choice among the candidates due to its open source nature and specific focus on testing REST, SOAP, GraphQL, and other APIs with automation and collaboration features. Postman, while a strong platform for API design, testing, and monitoring, is more general-purpose and less specialized in load testing. Katalon offers AI-driven test automation but is not primarily focused on load testing APIs. Swagger UI is mainly for API documentation and exploration, not load testing.",</a:t>
            </a:r>
          </a:p>
          <a:p>
            <a:pPr/>
            <a:r>
              <a:t>"selection_criteria": [</a:t>
            </a:r>
          </a:p>
          <a:p>
            <a:pPr/>
            <a:r>
              <a:t>"Primary focus on API load testing capabilities",</a:t>
            </a:r>
          </a:p>
          <a:p>
            <a:pPr/>
            <a:r>
              <a:t>"Open source vs proprietary preference",</a:t>
            </a:r>
          </a:p>
          <a:p>
            <a:pPr/>
            <a:r>
              <a:t>"Automation and collaboration support",</a:t>
            </a:r>
          </a:p>
          <a:p>
            <a:pPr/>
            <a:r>
              <a:t>"Integration capabilities with CI/CD and developer tools",</a:t>
            </a:r>
          </a:p>
          <a:p>
            <a:pPr/>
            <a:r>
              <a:t>"Budget constraints (freemium or free options)"</a:t>
            </a:r>
          </a:p>
          <a:p>
            <a:pPr/>
            <a:r>
              <a:t>],</a:t>
            </a:r>
          </a:p>
          <a:p>
            <a:pPr/>
            <a:r>
              <a:t>"tradeoffs": [</a:t>
            </a:r>
          </a:p>
          <a:p>
            <a:pPr/>
            <a:r>
              <a:t>"SoapUI offers strong load testing features and is open source, but may have a steeper learning curve compared to Postman.",</a:t>
            </a:r>
          </a:p>
          <a:p>
            <a:pPr/>
            <a:r>
              <a:t>"Postman provides a unified API platform with broad capabilities but is less specialized for load testing specifically.",</a:t>
            </a:r>
          </a:p>
          <a:p>
            <a:pPr/>
            <a:r>
              <a:t>"Katalon uses AI to speed up test creation but is not primarily designed for load testing APIs, potentially limiting its effectiveness for this use case.",</a:t>
            </a:r>
          </a:p>
          <a:p>
            <a:pPr/>
            <a:r>
              <a:t>"Swagger UI is excellent for API documentation and exploration but does not support load testing."</a:t>
            </a:r>
          </a:p>
          <a:p>
            <a:pPr/>
            <a:r>
              <a:t>],</a:t>
            </a:r>
          </a:p>
          <a:p>
            <a:pPr/>
            <a:r>
              <a:t>"step_by_step_decision_guide": [</a:t>
            </a:r>
          </a:p>
          <a:p>
            <a:pPr/>
            <a:r>
              <a:t>"Determine if open source is a requirement or if a freemium proprietary tool is acceptable.",</a:t>
            </a:r>
          </a:p>
          <a:p>
            <a:pPr/>
            <a:r>
              <a:t>"If load testing is the primary need, prioritize SoapUI for its specialized features and integrations.",</a:t>
            </a:r>
          </a:p>
          <a:p>
            <a:pPr/>
            <a:r>
              <a:t>"If you need a broader API platform with some testing and monitoring, consider Postman as a backup.",</a:t>
            </a:r>
          </a:p>
          <a:p>
            <a:pPr/>
            <a:r>
              <a:t>"If interested in AI-driven test automation and willing to compromise on load testing focus, evaluate Katalon.",</a:t>
            </a:r>
          </a:p>
          <a:p>
            <a:pPr/>
            <a:r>
              <a:t>"Exclude Swagger UI if load testing is the main goal, as it is focused on documentation and exploration.",</a:t>
            </a:r>
          </a:p>
          <a:p>
            <a:pPr/>
            <a:r>
              <a:t>"Review integration needs with your existing CI/CD and collaboration tools to ensure compatibility.",</a:t>
            </a:r>
          </a:p>
          <a:p>
            <a:pPr/>
            <a:r>
              <a:t>"Consider the learning curve and team expertise when selecting the tool."</a:t>
            </a:r>
          </a:p>
          <a:p>
            <a:pPr/>
            <a:r>
              <a:t>]</a:t>
            </a:r>
          </a:p>
          <a:p>
            <a:pPr/>
            <a:r>
              <a: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