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Python IDEs</a:t>
            </a:r>
          </a:p>
        </p:txBody>
      </p:sp>
      <p:sp>
        <p:nvSpPr>
          <p:cNvPr id="3" name="Subtitle 2"/>
          <p:cNvSpPr>
            <a:spLocks noGrp="1"/>
          </p:cNvSpPr>
          <p:nvPr>
            <p:ph type="subTitle" idx="1"/>
          </p:nvPr>
        </p:nvSpPr>
        <p:spPr/>
        <p:txBody>
          <a:bodyPr/>
          <a:lstStyle/>
          <a:p>
            <a:r>
              <a:t>Generated on 2025-11-27 22:55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Jupyter Notebook</a:t>
            </a:r>
          </a:p>
        </p:txBody>
      </p:sp>
      <p:sp>
        <p:nvSpPr>
          <p:cNvPr id="3" name="Content Placeholder 2"/>
          <p:cNvSpPr>
            <a:spLocks noGrp="1"/>
          </p:cNvSpPr>
          <p:nvPr>
            <p:ph idx="1"/>
          </p:nvPr>
        </p:nvSpPr>
        <p:spPr/>
        <p:txBody>
          <a:bodyPr/>
          <a:lstStyle/>
          <a:p>
            <a:pPr/>
            <a:r>
              <a:t>🌐 Website: https://jupyter.org/</a:t>
            </a:r>
          </a:p>
          <a:p>
            <a:pPr/>
            <a:r>
              <a:t>💰 Pricing: Free</a:t>
            </a:r>
          </a:p>
          <a:p>
            <a:pPr/>
            <a:r>
              <a:t>📖 Open Source: True</a:t>
            </a:r>
          </a:p>
          <a:p>
            <a:pPr/>
            <a:r>
              <a:t>🛠 Tech Stack:</a:t>
            </a:r>
          </a:p>
          <a:p>
            <a:pPr lvl="1"/>
            <a:r>
              <a:t>- Python</a:t>
            </a:r>
          </a:p>
          <a:p>
            <a:pPr lvl="1"/>
            <a:r>
              <a:t>- R</a:t>
            </a:r>
          </a:p>
          <a:p>
            <a:pPr lvl="1"/>
            <a:r>
              <a:t>- Julia</a:t>
            </a:r>
          </a:p>
          <a:p>
            <a:pPr lvl="1"/>
            <a:r>
              <a:t>- Scala</a:t>
            </a:r>
          </a:p>
          <a:p>
            <a:pPr/>
            <a:r>
              <a:t>📝 Summary:</a:t>
            </a:r>
          </a:p>
          <a:p>
            <a:pPr lvl="1"/>
            <a:r>
              <a:t>Jupyter Notebook is a web application for creating and sharing interactive computational documents.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Spyder</a:t>
            </a:r>
          </a:p>
        </p:txBody>
      </p:sp>
      <p:sp>
        <p:nvSpPr>
          <p:cNvPr id="3" name="Content Placeholder 2"/>
          <p:cNvSpPr>
            <a:spLocks noGrp="1"/>
          </p:cNvSpPr>
          <p:nvPr>
            <p:ph idx="1"/>
          </p:nvPr>
        </p:nvSpPr>
        <p:spPr/>
        <p:txBody>
          <a:bodyPr/>
          <a:lstStyle/>
          <a:p>
            <a:pPr/>
            <a:r>
              <a:t>🌐 Website: https://www.spyder.com/</a:t>
            </a:r>
          </a:p>
          <a:p>
            <a:pPr/>
            <a:r>
              <a:t>💰 Pricing: Unknown</a:t>
            </a:r>
          </a:p>
          <a:p>
            <a:pPr/>
            <a:r>
              <a:t>📝 Summary:</a:t>
            </a:r>
          </a:p>
          <a:p>
            <a:pPr lvl="1"/>
            <a:r>
              <a:t>Unknown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PyCharm</a:t>
            </a:r>
          </a:p>
        </p:txBody>
      </p:sp>
      <p:sp>
        <p:nvSpPr>
          <p:cNvPr id="3" name="Content Placeholder 2"/>
          <p:cNvSpPr>
            <a:spLocks noGrp="1"/>
          </p:cNvSpPr>
          <p:nvPr>
            <p:ph idx="1"/>
          </p:nvPr>
        </p:nvSpPr>
        <p:spPr/>
        <p:txBody>
          <a:bodyPr/>
          <a:lstStyle/>
          <a:p>
            <a:pPr/>
            <a:r>
              <a:t>🌐 Website: https://www.jetbrains.com/pycharm/buy/?section=commercial&amp;billing=yearly</a:t>
            </a:r>
          </a:p>
          <a:p>
            <a:pPr/>
            <a:r>
              <a:t>💰 Pricing: Paid</a:t>
            </a:r>
          </a:p>
          <a:p>
            <a:pPr/>
            <a:r>
              <a:t>💰 Details: $200.00 per user, per year</a:t>
            </a:r>
          </a:p>
          <a:p>
            <a:pPr/>
            <a:r>
              <a:t>📖 Open Source: False</a:t>
            </a:r>
          </a:p>
          <a:p>
            <a:pPr/>
            <a:r>
              <a:t>🛠 Tech Stack:</a:t>
            </a:r>
          </a:p>
          <a:p>
            <a:pPr lvl="1"/>
            <a:r>
              <a:t>- Python</a:t>
            </a:r>
          </a:p>
          <a:p>
            <a:pPr lvl="1"/>
            <a:r>
              <a:t>- JavaScript</a:t>
            </a:r>
          </a:p>
          <a:p>
            <a:pPr/>
            <a:r>
              <a:t>📝 Summary:</a:t>
            </a:r>
          </a:p>
          <a:p>
            <a:pPr lvl="1"/>
            <a:r>
              <a:t>PyCharm is a powerful IDE designed for Python development, offering advanced features for data and web professionals.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Visual Studio Code</a:t>
            </a:r>
          </a:p>
        </p:txBody>
      </p:sp>
      <p:sp>
        <p:nvSpPr>
          <p:cNvPr id="3" name="Content Placeholder 2"/>
          <p:cNvSpPr>
            <a:spLocks noGrp="1"/>
          </p:cNvSpPr>
          <p:nvPr>
            <p:ph idx="1"/>
          </p:nvPr>
        </p:nvSpPr>
        <p:spPr/>
        <p:txBody>
          <a:bodyPr/>
          <a:lstStyle/>
          <a:p>
            <a:pPr/>
            <a:r>
              <a:t>🌐 Website: https://visualstudio.microsoft.com/vs/pricing/?tab=paid-subscriptions</a:t>
            </a:r>
          </a:p>
          <a:p>
            <a:pPr/>
            <a:r>
              <a:t>💰 Pricing: Free</a:t>
            </a:r>
          </a:p>
          <a:p>
            <a:pPr/>
            <a:r>
              <a:t>📖 Open Source: True</a:t>
            </a:r>
          </a:p>
          <a:p>
            <a:pPr/>
            <a:r>
              <a:t>🛠 Tech Stack:</a:t>
            </a:r>
          </a:p>
          <a:p>
            <a:pPr lvl="1"/>
            <a:r>
              <a:t>- JavaScript</a:t>
            </a:r>
          </a:p>
          <a:p>
            <a:pPr lvl="1"/>
            <a:r>
              <a:t>- HTML</a:t>
            </a:r>
          </a:p>
          <a:p>
            <a:pPr lvl="1"/>
            <a:r>
              <a:t>- CSS</a:t>
            </a:r>
          </a:p>
          <a:p>
            <a:pPr/>
            <a:r>
              <a:t>📝 Summary:</a:t>
            </a:r>
          </a:p>
          <a:p>
            <a:pPr lvl="1"/>
            <a:r>
              <a:t>A standalone source code editor that supports a wide range of programming languages and extensions.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Recommendations / Analysis</a:t>
            </a:r>
          </a:p>
        </p:txBody>
      </p:sp>
      <p:sp>
        <p:nvSpPr>
          <p:cNvPr id="3" name="Content Placeholder 2"/>
          <p:cNvSpPr>
            <a:spLocks noGrp="1"/>
          </p:cNvSpPr>
          <p:nvPr>
            <p:ph idx="1"/>
          </p:nvPr>
        </p:nvSpPr>
        <p:spPr/>
        <p:txBody>
          <a:bodyPr/>
          <a:lstStyle/>
          <a:p>
            <a:pPr/>
            <a:r>
              <a:t>{</a:t>
            </a:r>
          </a:p>
          <a:p>
            <a:pPr/>
            <a:r>
              <a:t>"primary_choice": "PyCharm",</a:t>
            </a:r>
          </a:p>
          <a:p>
            <a:pPr/>
            <a:r>
              <a:t>"backup_options": [</a:t>
            </a:r>
          </a:p>
          <a:p>
            <a:pPr/>
            <a:r>
              <a:t>"Jupyter Notebook",</a:t>
            </a:r>
          </a:p>
          <a:p>
            <a:pPr/>
            <a:r>
              <a:t>"Visual Studio Code"</a:t>
            </a:r>
          </a:p>
          <a:p>
            <a:pPr/>
            <a:r>
              <a:t>],</a:t>
            </a:r>
          </a:p>
          <a:p>
            <a:pPr/>
            <a:r>
              <a:t>"summary": "PyCharm is a powerful IDE specifically designed for Python development, making it the best choice for users focused on advanced features for Python projects. Jupyter Notebook is ideal for interactive computational documents, while Visual Studio Code offers a versatile code editor with support for multiple languages, including Python. Each option caters to different needs, with PyCharm being more feature-rich for dedicated Python development.",</a:t>
            </a:r>
          </a:p>
          <a:p>
            <a:pPr/>
            <a:r>
              <a:t>"selection_criteria": [</a:t>
            </a:r>
          </a:p>
          <a:p>
            <a:pPr/>
            <a:r>
              <a:t>"specificity to Python development",</a:t>
            </a:r>
          </a:p>
          <a:p>
            <a:pPr/>
            <a:r>
              <a:t>"budget considerations",</a:t>
            </a:r>
          </a:p>
          <a:p>
            <a:pPr/>
            <a:r>
              <a:t>"features and integrations",</a:t>
            </a:r>
          </a:p>
          <a:p>
            <a:pPr/>
            <a:r>
              <a:t>"user experience and learning curve"</a:t>
            </a:r>
          </a:p>
          <a:p>
            <a:pPr/>
            <a:r>
              <a:t>],</a:t>
            </a:r>
          </a:p>
          <a:p>
            <a:pPr/>
            <a:r>
              <a:t>"tradeoffs": [</a:t>
            </a:r>
          </a:p>
          <a:p>
            <a:pPr/>
            <a:r>
              <a:t>"PyCharm is a paid option, which may be a constraint for budget-conscious users, while Jupyter Notebook and Visual Studio Code are free.",</a:t>
            </a:r>
          </a:p>
          <a:p>
            <a:pPr/>
            <a:r>
              <a:t>"PyCharm offers advanced features tailored for Python, whereas Visual Studio Code provides a more general-purpose coding environment.",</a:t>
            </a:r>
          </a:p>
          <a:p>
            <a:pPr/>
            <a:r>
              <a:t>"Jupyter Notebook excels in interactive data analysis but may not be suitable for traditional software development workflows."</a:t>
            </a:r>
          </a:p>
          <a:p>
            <a:pPr/>
            <a:r>
              <a:t>],</a:t>
            </a:r>
          </a:p>
          <a:p>
            <a:pPr/>
            <a:r>
              <a:t>"step_by_step_decision_guide": [</a:t>
            </a:r>
          </a:p>
          <a:p>
            <a:pPr/>
            <a:r>
              <a:t>"Identify your primary use case: Are you focused on software development, data analysis, or a mix of both?",</a:t>
            </a:r>
          </a:p>
          <a:p>
            <a:pPr/>
            <a:r>
              <a:t>"Consider your budget: Are you willing to pay for an IDE like PyCharm, or do you prefer free options?",</a:t>
            </a:r>
          </a:p>
          <a:p>
            <a:pPr/>
            <a:r>
              <a:t>"Evaluate the features you need: Do you require advanced debugging, testing tools, or integration with other services?",</a:t>
            </a:r>
          </a:p>
          <a:p>
            <a:pPr/>
            <a:r>
              <a:t>"Assess your familiarity with the tools: Are you comfortable with a more complex IDE, or do you prefer a simpler interface?",</a:t>
            </a:r>
          </a:p>
          <a:p>
            <a:pPr/>
            <a:r>
              <a:t>"Test the options: Try out PyCharm, Jupyter Notebook, and Visual Studio Code to see which aligns best with your workflow."</a:t>
            </a:r>
          </a:p>
          <a:p>
            <a:pPr/>
            <a:r>
              <a:t>]</a:t>
            </a:r>
          </a:p>
          <a:p>
            <a:pPr/>
            <a: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