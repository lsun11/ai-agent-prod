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最受欢迎的 SaaS 项目管理工具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17:00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https://asana.com/pricing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+ $10.99/user/month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Asana is a project management tool that helps teams organize, track, and manage their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Monday.com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https://monday.com/pricing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+ $12/user/month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Monday.com is a work management platform that helps teams organize and track their work in one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https://www.atlassian.com/software/jira/pricing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https://trello.com/pricing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"Asana",</a:t>
            </a:r>
          </a:p>
          <a:p>
            <a:pPr/>
            <a:r>
              <a:t>"backup_options": [</a:t>
            </a:r>
          </a:p>
          <a:p>
            <a:pPr/>
            <a:r>
              <a:t>"Monday.com"</a:t>
            </a:r>
          </a:p>
          <a:p>
            <a:pPr/>
            <a:r>
              <a:t>],</a:t>
            </a:r>
          </a:p>
          <a:p>
            <a:pPr/>
            <a:r>
              <a:t>"summary": "Asana is a popular project management tool that offers a freemium pricing model, making it accessible for teams looking to manage their work efficiently. Monday.com also provides a similar work management platform with a freemium model, but at a slightly higher cost per user. Both tools integrate well with various applications, enhancing their usability for teams.",</a:t>
            </a:r>
          </a:p>
          <a:p>
            <a:pPr/>
            <a:r>
              <a:t>"selection_criteria": [</a:t>
            </a:r>
          </a:p>
          <a:p>
            <a:pPr/>
            <a:r>
              <a:t>"Budget (freemium options)",</a:t>
            </a:r>
          </a:p>
          <a:p>
            <a:pPr/>
            <a:r>
              <a:t>"Ease of use",</a:t>
            </a:r>
          </a:p>
          <a:p>
            <a:pPr/>
            <a:r>
              <a:t>"Integration capabilities",</a:t>
            </a:r>
          </a:p>
          <a:p>
            <a:pPr/>
            <a:r>
              <a:t>"Team collaboration features"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"Asana offers a lower starting price per user compared to Monday.com, which may be a deciding factor for budget-conscious teams.",</a:t>
            </a:r>
          </a:p>
          <a:p>
            <a:pPr/>
            <a:r>
              <a:t>"Monday.com may provide more robust features for larger teams, but at a higher cost."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"Determine your budget and how many users will need access to the tool.",</a:t>
            </a:r>
          </a:p>
          <a:p>
            <a:pPr/>
            <a:r>
              <a:t>"Evaluate the specific features you need for project management (e.g., task tracking, collaboration tools).",</a:t>
            </a:r>
          </a:p>
          <a:p>
            <a:pPr/>
            <a:r>
              <a:t>"Consider the integration capabilities with other tools your team uses.",</a:t>
            </a:r>
          </a:p>
          <a:p>
            <a:pPr/>
            <a:r>
              <a:t>"Test the free tiers of Asana and Monday.com to assess usability and fit for your team.",</a:t>
            </a:r>
          </a:p>
          <a:p>
            <a:pPr/>
            <a:r>
              <a:t>"Gather feedback from team members on their experience with each tool.",</a:t>
            </a:r>
          </a:p>
          <a:p>
            <a:pPr/>
            <a:r>
              <a:t>"Make a decision based on the combination of cost, features, and team feedback."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