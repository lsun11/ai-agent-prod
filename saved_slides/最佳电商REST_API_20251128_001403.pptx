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最佳电商REST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2025-11-28 00:14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https://www.priceapi.com/</a:t>
            </a:r>
          </a:p>
          <a:p>
            <a:pPr/>
            <a:r>
              <a:t>💰 Pricing: Freemium</a:t>
            </a:r>
          </a:p>
          <a:p>
            <a:pPr/>
            <a:r>
              <a:t>💰 Details: Free trial available; detailed pricing not specified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Provides real-time e-commerce market data including competitor prices, product details, search rankings, and reviews to optimize pricing and product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Apideck Unified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https://www.apideck.com/</a:t>
            </a:r>
          </a:p>
          <a:p>
            <a:pPr/>
            <a:r>
              <a:t>💰 Pricing: Paid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Provides scalable unified REST APIs to build native integrations with multiple SaaS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https://www.bigcommerce.com/</a:t>
            </a:r>
          </a:p>
          <a:p>
            <a:pPr/>
            <a:r>
              <a:t>💰 Pricing: Paid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A professional-grade, scalable ecommerce platform designed to support complex business needs and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https://www.shopify.com/plus</a:t>
            </a:r>
          </a:p>
          <a:p>
            <a:pPr/>
            <a:r>
              <a:t>💰 Pricing: Enterprise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Shopify Plus is a commerce platform enabling businesses to manage and scale their online sales with integrated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"Shopify",</a:t>
            </a:r>
          </a:p>
          <a:p>
            <a:pPr/>
            <a:r>
              <a:t>"backup_options": ["BigCommerce", "Price API"],</a:t>
            </a:r>
          </a:p>
          <a:p>
            <a:pPr/>
            <a:r>
              <a:t>"summary": "Shopify Plus is the best choice for a comprehensive, scalable e-commerce REST API platform designed to manage and grow online sales with integrated payment solutions. BigCommerce is a strong alternative offering a professional-grade, scalable platform with extensive payment provider integrations. Price API, while not a full e-commerce platform, provides valuable real-time market data that can complement pricing and product strategy but does not serve as a standalone e-commerce API solution.",</a:t>
            </a:r>
          </a:p>
          <a:p>
            <a:pPr/>
            <a:r>
              <a:t>"selection_criteria": [</a:t>
            </a:r>
          </a:p>
          <a:p>
            <a:pPr/>
            <a:r>
              <a:t>"Platform scalability and ability to support complex business needs",</a:t>
            </a:r>
          </a:p>
          <a:p>
            <a:pPr/>
            <a:r>
              <a:t>"Availability and robustness of REST API for e-commerce operations",</a:t>
            </a:r>
          </a:p>
          <a:p>
            <a:pPr/>
            <a:r>
              <a:t>"Integration with payment gateways and other commerce tools",</a:t>
            </a:r>
          </a:p>
          <a:p>
            <a:pPr/>
            <a:r>
              <a:t>"Pricing model and budget constraints",</a:t>
            </a:r>
          </a:p>
          <a:p>
            <a:pPr/>
            <a:r>
              <a:t>"Focus on full e-commerce platform vs. data/market intelligence API"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"Shopify offers a fully managed enterprise-grade platform with integrated payment gateways but comes with enterprise pricing.",</a:t>
            </a:r>
          </a:p>
          <a:p>
            <a:pPr/>
            <a:r>
              <a:t>"BigCommerce provides a scalable platform with broad payment integrations, potentially at different pricing tiers, but less detail on API availability is provided.",</a:t>
            </a:r>
          </a:p>
          <a:p>
            <a:pPr/>
            <a:r>
              <a:t>"Price API focuses on market data rather than e-commerce platform capabilities, so it is less suitable as a primary e-commerce API but useful for competitive pricing insights."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"Determine if you need a full e-commerce platform with REST API capabilities or just market data for pricing strategies.",</a:t>
            </a:r>
          </a:p>
          <a:p>
            <a:pPr/>
            <a:r>
              <a:t>"If a full platform is needed, evaluate budget constraints and consider Shopify Plus for enterprise-level features and scalability.",</a:t>
            </a:r>
          </a:p>
          <a:p>
            <a:pPr/>
            <a:r>
              <a:t>"If you prefer an alternative scalable platform, review BigCommerce’s offerings and pricing to see if it fits your needs.",</a:t>
            </a:r>
          </a:p>
          <a:p>
            <a:pPr/>
            <a:r>
              <a:t>"If your primary need is real-time competitor pricing and product data rather than a full e-commerce backend, consider integrating Price API alongside your platform.",</a:t>
            </a:r>
          </a:p>
          <a:p>
            <a:pPr/>
            <a:r>
              <a:t>"Check the availability and quality of API documentation and support for your chosen platform.",</a:t>
            </a:r>
          </a:p>
          <a:p>
            <a:pPr/>
            <a:r>
              <a:t>"Assess integration needs with payment gateways and other tools to ensure compatibility.",</a:t>
            </a:r>
          </a:p>
          <a:p>
            <a:pPr/>
            <a:r>
              <a:t>"Make a final choice based on the balance of features, cost, and scalability aligned with your business requirements."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