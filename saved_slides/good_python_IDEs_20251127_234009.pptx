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good python IDEs</a:t>
            </a:r>
          </a:p>
        </p:txBody>
      </p:sp>
      <p:sp>
        <p:nvSpPr>
          <p:cNvPr id="3" name="Subtitle 2"/>
          <p:cNvSpPr>
            <a:spLocks noGrp="1"/>
          </p:cNvSpPr>
          <p:nvPr>
            <p:ph type="subTitle" idx="1"/>
          </p:nvPr>
        </p:nvSpPr>
        <p:spPr/>
        <p:txBody>
          <a:bodyPr/>
          <a:lstStyle/>
          <a:p>
            <a:r>
              <a:t>Generated on 2025-11-27 23:40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PyCharm</a:t>
            </a:r>
          </a:p>
        </p:txBody>
      </p:sp>
      <p:sp>
        <p:nvSpPr>
          <p:cNvPr id="3" name="Content Placeholder 2"/>
          <p:cNvSpPr>
            <a:spLocks noGrp="1"/>
          </p:cNvSpPr>
          <p:nvPr>
            <p:ph idx="1"/>
          </p:nvPr>
        </p:nvSpPr>
        <p:spPr/>
        <p:txBody>
          <a:bodyPr/>
          <a:lstStyle/>
          <a:p>
            <a:pPr/>
            <a:r>
              <a:t>🌐 Website: https://www.jetbrains.com/pycharm/</a:t>
            </a:r>
          </a:p>
          <a:p>
            <a:pPr/>
            <a:r>
              <a:t>💰 Pricing: Freemium</a:t>
            </a:r>
          </a:p>
          <a:p>
            <a:pPr/>
            <a:r>
              <a:t>💰 Details: Free Community Edition forever, Professional Edition paid (pricing on website)</a:t>
            </a:r>
          </a:p>
          <a:p>
            <a:pPr/>
            <a:r>
              <a:t>📖 Open Source: False</a:t>
            </a:r>
          </a:p>
          <a:p>
            <a:pPr/>
            <a:r>
              <a:t>🛠 Tech Stack:</a:t>
            </a:r>
          </a:p>
          <a:p>
            <a:pPr lvl="1"/>
            <a:r>
              <a:t>- Python</a:t>
            </a:r>
          </a:p>
          <a:p>
            <a:pPr lvl="1"/>
            <a:r>
              <a:t>- Django</a:t>
            </a:r>
          </a:p>
          <a:p>
            <a:pPr lvl="1"/>
            <a:r>
              <a:t>- Flask</a:t>
            </a:r>
          </a:p>
          <a:p>
            <a:pPr lvl="1"/>
            <a:r>
              <a:t>- FastAPI</a:t>
            </a:r>
          </a:p>
          <a:p>
            <a:pPr lvl="1"/>
            <a:r>
              <a:t>- Jupyter</a:t>
            </a:r>
          </a:p>
          <a:p>
            <a:pPr/>
            <a:r>
              <a:t>📝 Summary:</a:t>
            </a:r>
          </a:p>
          <a:p>
            <a:pPr lvl="1"/>
            <a:r>
              <a:t>PyCharm is a full-featured Python IDE with built-in AI assistance, database tools, web framework support, and data science capabilities.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Komodo</a:t>
            </a:r>
          </a:p>
        </p:txBody>
      </p:sp>
      <p:sp>
        <p:nvSpPr>
          <p:cNvPr id="3" name="Content Placeholder 2"/>
          <p:cNvSpPr>
            <a:spLocks noGrp="1"/>
          </p:cNvSpPr>
          <p:nvPr>
            <p:ph idx="1"/>
          </p:nvPr>
        </p:nvSpPr>
        <p:spPr/>
        <p:txBody>
          <a:bodyPr/>
          <a:lstStyle/>
          <a:p>
            <a:pPr/>
            <a:r>
              <a:t>🌐 Website: https://www.komodohealth.com/</a:t>
            </a:r>
          </a:p>
          <a:p>
            <a:pPr/>
            <a:r>
              <a:t>💰 Pricing: Enterprise</a:t>
            </a:r>
          </a:p>
          <a:p>
            <a:pPr/>
            <a:r>
              <a:t>📖 Open Source: False</a:t>
            </a:r>
          </a:p>
          <a:p>
            <a:pPr/>
            <a:r>
              <a:t>📝 Summary:</a:t>
            </a:r>
          </a:p>
          <a:p>
            <a:pPr lvl="1"/>
            <a:r>
              <a:t>Komodo Health provides a healthcare analytics platform with de-identified patient-level data (Healthcare Map), AI-powered insights (Marmot), and purpose-built software for querying and visualizing patient journeys.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IDLE</a:t>
            </a:r>
          </a:p>
        </p:txBody>
      </p:sp>
      <p:sp>
        <p:nvSpPr>
          <p:cNvPr id="3" name="Content Placeholder 2"/>
          <p:cNvSpPr>
            <a:spLocks noGrp="1"/>
          </p:cNvSpPr>
          <p:nvPr>
            <p:ph idx="1"/>
          </p:nvPr>
        </p:nvSpPr>
        <p:spPr/>
        <p:txBody>
          <a:bodyPr/>
          <a:lstStyle/>
          <a:p>
            <a:pPr/>
            <a:r>
              <a:t>🌐 Website: https://www.idealcomputersystems.com/</a:t>
            </a:r>
          </a:p>
          <a:p>
            <a:pPr/>
            <a:r>
              <a:t>💰 Pricing: Enterprise</a:t>
            </a:r>
          </a:p>
          <a:p>
            <a:pPr/>
            <a:r>
              <a:t>💰 Details: Contact for demo and pricing (enterprise dealership software)</a:t>
            </a:r>
          </a:p>
          <a:p>
            <a:pPr/>
            <a:r>
              <a:t>📖 Open Source: False</a:t>
            </a:r>
          </a:p>
          <a:p>
            <a:pPr/>
            <a:r>
              <a:t>📝 Summary:</a:t>
            </a:r>
          </a:p>
          <a:p>
            <a:pPr lvl="1"/>
            <a:r>
              <a:t>IDEAL is an all-in-one dealership management system for OPE, powersports, marine, RV, trailer, golf car, and agriculture dealers to manage inventory, customers, and operations.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PyDev</a:t>
            </a:r>
          </a:p>
        </p:txBody>
      </p:sp>
      <p:sp>
        <p:nvSpPr>
          <p:cNvPr id="3" name="Content Placeholder 2"/>
          <p:cNvSpPr>
            <a:spLocks noGrp="1"/>
          </p:cNvSpPr>
          <p:nvPr>
            <p:ph idx="1"/>
          </p:nvPr>
        </p:nvSpPr>
        <p:spPr/>
        <p:txBody>
          <a:bodyPr/>
          <a:lstStyle/>
          <a:p>
            <a:pPr/>
            <a:r>
              <a:t>🌐 Website: https://www.pydev.org/</a:t>
            </a:r>
          </a:p>
          <a:p>
            <a:pPr/>
            <a:r>
              <a:t>💰 Pricing: Free</a:t>
            </a:r>
          </a:p>
          <a:p>
            <a:pPr/>
            <a:r>
              <a:t>💰 Details: Free and open source; accepts donations via Patreon (from $1/month) and one-time PayPal/Stripe contributions</a:t>
            </a:r>
          </a:p>
          <a:p>
            <a:pPr/>
            <a:r>
              <a:t>📖 Open Source: True</a:t>
            </a:r>
          </a:p>
          <a:p>
            <a:pPr/>
            <a:r>
              <a:t>🛠 Tech Stack:</a:t>
            </a:r>
          </a:p>
          <a:p>
            <a:pPr lvl="1"/>
            <a:r>
              <a:t>- Python</a:t>
            </a:r>
          </a:p>
          <a:p>
            <a:pPr lvl="1"/>
            <a:r>
              <a:t>- Eclipse</a:t>
            </a:r>
          </a:p>
          <a:p>
            <a:pPr lvl="1"/>
            <a:r>
              <a:t>- VS Code</a:t>
            </a:r>
          </a:p>
          <a:p>
            <a:pPr/>
            <a:r>
              <a:t>📝 Summary:</a:t>
            </a:r>
          </a:p>
          <a:p>
            <a:pPr lvl="1"/>
            <a:r>
              <a:t>PyDev is an open-source Python IDE plugin primarily for Eclipse, with a VS Code version also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```json</a:t>
            </a:r>
          </a:p>
          <a:p>
            <a:pPr/>
            <a:r>
              <a:t>{</a:t>
            </a:r>
          </a:p>
          <a:p>
            <a:pPr/>
            <a:r>
              <a:t>"primary_choice": "PyCharm",</a:t>
            </a:r>
          </a:p>
          <a:p>
            <a:pPr/>
            <a:r>
              <a:t>"backup_options": [</a:t>
            </a:r>
          </a:p>
          <a:p>
            <a:pPr/>
            <a:r>
              <a:t>"PyDev"</a:t>
            </a:r>
          </a:p>
          <a:p>
            <a:pPr/>
            <a:r>
              <a:t>],</a:t>
            </a:r>
          </a:p>
          <a:p>
            <a:pPr/>
            <a:r>
              <a:t>"summary": "For Python development, PyCharm is the clear leader among the candidates provided. It's a full-featured IDE with AI assistance, database tools, web framework support, and data science capabilities. PyDev is a viable free and open-source alternative if you're already using Eclipse or VS Code and want a lightweight plugin approach. The other two candidates (Komodo and IDLE) are not Python IDEs at all—Komodo is a healthcare analytics platform and IDLE appears to be dealership management software, making them irrelevant to this query.",</a:t>
            </a:r>
          </a:p>
          <a:p>
            <a:pPr/>
            <a:r>
              <a:t>"selection_criteria": [</a:t>
            </a:r>
          </a:p>
          <a:p>
            <a:pPr/>
            <a:r>
              <a:t>"Budget: Free vs paid options (PyCharm has free Community Edition, PyDev is fully free)",</a:t>
            </a:r>
          </a:p>
          <a:p>
            <a:pPr/>
            <a:r>
              <a:t>"Feature completeness: Full IDE vs plugin approach",</a:t>
            </a:r>
          </a:p>
          <a:p>
            <a:pPr/>
            <a:r>
              <a:t>"Open source preference: PyDev is open source, PyCharm is proprietary",</a:t>
            </a:r>
          </a:p>
          <a:p>
            <a:pPr/>
            <a:r>
              <a:t>"Existing toolchain: PyDev integrates with Eclipse/VS Code if already using those",</a:t>
            </a:r>
          </a:p>
          <a:p>
            <a:pPr/>
            <a:r>
              <a:t>"Advanced features: AI assistance, database tools, framework support (PyCharm Professional)"</a:t>
            </a:r>
          </a:p>
          <a:p>
            <a:pPr/>
            <a:r>
              <a:t>],</a:t>
            </a:r>
          </a:p>
          <a:p>
            <a:pPr/>
            <a:r>
              <a:t>"tradeoffs": [</a:t>
            </a:r>
          </a:p>
          <a:p>
            <a:pPr/>
            <a:r>
              <a:t>{</a:t>
            </a:r>
          </a:p>
          <a:p>
            <a:pPr/>
            <a:r>
              <a:t>"aspect": "Cost vs Features",</a:t>
            </a:r>
          </a:p>
          <a:p>
            <a:pPr/>
            <a:r>
              <a:t>"description": "PyCharm Community Edition is free with core Python features, but Professional Edition (paid) adds Django, Flask, FastAPI, database tools, and AI assistance. PyDev is completely free but offers fewer advanced features."</a:t>
            </a:r>
          </a:p>
          <a:p>
            <a:pPr/>
            <a:r>
              <a:t>},</a:t>
            </a:r>
          </a:p>
          <a:p>
            <a:pPr/>
            <a:r>
              <a:t>{</a:t>
            </a:r>
          </a:p>
          <a:p>
            <a:pPr/>
            <a:r>
              <a:t>"aspect": "Standalone vs Plugin",</a:t>
            </a:r>
          </a:p>
          <a:p>
            <a:pPr/>
            <a:r>
              <a:t>"description": "PyCharm is a dedicated standalone IDE optimized for Python. PyDev is a plugin that extends Eclipse or VS Code, which may be preferable if you already use those editors but less streamlined for Python-only work."</a:t>
            </a:r>
          </a:p>
          <a:p>
            <a:pPr/>
            <a:r>
              <a:t>},</a:t>
            </a:r>
          </a:p>
          <a:p>
            <a:pPr/>
            <a:r>
              <a:t>{</a:t>
            </a:r>
          </a:p>
          <a:p>
            <a:pPr/>
            <a:r>
              <a:t>"aspect": "Open Source vs Proprietary",</a:t>
            </a:r>
          </a:p>
          <a:p>
            <a:pPr/>
            <a:r>
              <a:t>"description": "PyDev is open source and community-driven with donation-based support. PyCharm is proprietary from JetBrains with commercial support and more frequent updates."</a:t>
            </a:r>
          </a:p>
          <a:p>
            <a:pPr/>
            <a:r>
              <a:t>}</a:t>
            </a:r>
          </a:p>
          <a:p>
            <a:pPr/>
            <a:r>
              <a:t>],</a:t>
            </a:r>
          </a:p>
          <a:p>
            <a:pPr/>
            <a:r>
              <a:t>"step_by_step_decision_guide": [</a:t>
            </a:r>
          </a:p>
          <a:p>
            <a:pPr/>
            <a:r>
              <a:t>"Determine your budget: If cost is a primary concern, start with PyCharm Community Edition (free) or PyDev (free and open source).",</a:t>
            </a:r>
          </a:p>
          <a:p>
            <a:pPr/>
            <a:r>
              <a:t>"Assess your project needs: If you're doing web development (Django/Flask/FastAPI) or data science (Jupyter/PyTorch/TensorFlow), PyCharm Professional's features justify the cost.",</a:t>
            </a:r>
          </a:p>
          <a:p>
            <a:pPr/>
            <a:r>
              <a:t>"Consider your existing workflow: If you already use Eclipse or VS Code and prefer staying in that environment, PyDev is a natural fit as a plugin.",</a:t>
            </a:r>
          </a:p>
          <a:p>
            <a:pPr/>
            <a:r>
              <a:t>"Evaluate feature requirements: If you need AI-powered code assistance, advanced database tools, or comprehensive framework support, PyCharm is the stronger choice.",</a:t>
            </a:r>
          </a:p>
          <a:p>
            <a:pPr/>
            <a:r>
              <a:t>"Try before committing: Download PyCharm Community Edition or PyDev and test with your actual projects to assess performance and workflow fit.",</a:t>
            </a:r>
          </a:p>
          <a:p>
            <a:pPr/>
            <a:r>
              <a:t>"Check team consistency: If working in a team, align on the same IDE to facilitate pair programming and shared configurations."</a:t>
            </a:r>
          </a:p>
          <a:p>
            <a:pPr/>
            <a:r>
              <a: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