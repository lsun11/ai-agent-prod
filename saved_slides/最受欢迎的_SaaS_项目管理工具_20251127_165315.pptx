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最受欢迎的 SaaS 项目管理工具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on 2025-11-27 16:53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Asana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🌐 Website: https://asana.com/pricing</a:t>
            </a:r>
          </a:p>
          <a:p>
            <a:pPr/>
            <a:r>
              <a:t>💰 Pricing: Unknown</a:t>
            </a:r>
          </a:p>
          <a:p>
            <a:pPr/>
            <a:r>
              <a:t>💰 Details: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Monday.com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🌐 Website: https://monday.com/pricing</a:t>
            </a:r>
          </a:p>
          <a:p>
            <a:pPr/>
            <a:r>
              <a:t>💰 Pricing: Unknown</a:t>
            </a:r>
          </a:p>
          <a:p>
            <a:pPr/>
            <a:r>
              <a:t>💰 Details: Unknown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Trello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🌐 Website: https://trello.com/pricing</a:t>
            </a:r>
          </a:p>
          <a:p>
            <a:pPr/>
            <a:r>
              <a:t>💰 Pricing: Unknown</a:t>
            </a:r>
          </a:p>
          <a:p>
            <a:pPr/>
            <a:r>
              <a:t>💰 Details: Unknown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Jira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🌐 Website: https://www.atlassian.com/software/jira/pricing</a:t>
            </a:r>
          </a:p>
          <a:p>
            <a:pPr/>
            <a:r>
              <a:t>💰 Pricing: Unknown</a:t>
            </a:r>
          </a:p>
          <a:p>
            <a:pPr/>
            <a:r>
              <a:t>💰 Details: Unknown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 /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{</a:t>
            </a:r>
          </a:p>
          <a:p>
            <a:pPr/>
            <a:r>
              <a:t>"primary_choice": null,</a:t>
            </a:r>
          </a:p>
          <a:p>
            <a:pPr/>
            <a:r>
              <a:t>"backup_options": [],</a:t>
            </a:r>
          </a:p>
          <a:p>
            <a:pPr/>
            <a:r>
              <a:t>"summary": "Unfortunately, the analysis for the popular SaaS project management tools did not yield specific details about their features, pricing, or suitability. As a result, there is no clear primary choice or backup options to recommend for your project management needs.",</a:t>
            </a:r>
          </a:p>
          <a:p>
            <a:pPr/>
            <a:r>
              <a:t>"selection_criteria": [</a:t>
            </a:r>
          </a:p>
          <a:p>
            <a:pPr/>
            <a:r>
              <a:t>"SaaS model",</a:t>
            </a:r>
          </a:p>
          <a:p>
            <a:pPr/>
            <a:r>
              <a:t>"Ease of use",</a:t>
            </a:r>
          </a:p>
          <a:p>
            <a:pPr/>
            <a:r>
              <a:t>"Integration capabilities",</a:t>
            </a:r>
          </a:p>
          <a:p>
            <a:pPr/>
            <a:r>
              <a:t>"Pricing transparency"</a:t>
            </a:r>
          </a:p>
          <a:p>
            <a:pPr/>
            <a:r>
              <a:t>],</a:t>
            </a:r>
          </a:p>
          <a:p>
            <a:pPr/>
            <a:r>
              <a:t>"tradeoffs": [],</a:t>
            </a:r>
          </a:p>
          <a:p>
            <a:pPr/>
            <a:r>
              <a:t>"step_by_step_decision_guide": [</a:t>
            </a:r>
          </a:p>
          <a:p>
            <a:pPr/>
            <a:r>
              <a:t>"Identify your specific project management needs and team size.",</a:t>
            </a:r>
          </a:p>
          <a:p>
            <a:pPr/>
            <a:r>
              <a:t>"Consider the importance of integration with other tools you use.",</a:t>
            </a:r>
          </a:p>
          <a:p>
            <a:pPr/>
            <a:r>
              <a:t>"Evaluate the pricing models of the tools once more information is available.",</a:t>
            </a:r>
          </a:p>
          <a:p>
            <a:pPr/>
            <a:r>
              <a:t>"Look for user reviews or case studies to gauge ease of use and effectiveness.",</a:t>
            </a:r>
          </a:p>
          <a:p>
            <a:pPr/>
            <a:r>
              <a:t>"Reach out to vendors for demos or trials to assess fit."</a:t>
            </a:r>
          </a:p>
          <a:p>
            <a:pPr/>
            <a:r>
              <a:t>]</a:t>
            </a:r>
          </a:p>
          <a:p>
            <a:pPr/>
            <a:r>
              <a:t>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