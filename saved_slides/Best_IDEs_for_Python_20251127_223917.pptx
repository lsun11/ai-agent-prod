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Best IDEs for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on 2025-11-27 22:39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Spyder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🌐 Website: https://www.spyder.com/</a:t>
            </a:r>
          </a:p>
          <a:p>
            <a:pPr/>
            <a:r>
              <a:t>💰 Pricing: Unknown</a:t>
            </a:r>
          </a:p>
          <a:p>
            <a:pPr/>
            <a:r>
              <a:t>📝 Summary:</a:t>
            </a:r>
          </a:p>
          <a:p>
            <a:pPr lvl="1"/>
            <a:r>
              <a:t>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Studio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🌐 Website: https://visualstudio.microsoft.com/vs/pricing/?tab=paid-subscriptions</a:t>
            </a:r>
          </a:p>
          <a:p>
            <a:pPr/>
            <a:r>
              <a:t>💰 Pricing: Free</a:t>
            </a:r>
          </a:p>
          <a:p>
            <a:pPr/>
            <a:r>
              <a:t>📖 Open Source: True</a:t>
            </a:r>
          </a:p>
          <a:p>
            <a:pPr/>
            <a:r>
              <a:t>🛠 Tech Stack:</a:t>
            </a:r>
          </a:p>
          <a:p>
            <a:pPr lvl="1"/>
            <a:r>
              <a:t>- JavaScript</a:t>
            </a:r>
          </a:p>
          <a:p>
            <a:pPr lvl="1"/>
            <a:r>
              <a:t>- TypeScript</a:t>
            </a:r>
          </a:p>
          <a:p>
            <a:pPr lvl="1"/>
            <a:r>
              <a:t>- HTML</a:t>
            </a:r>
          </a:p>
          <a:p>
            <a:pPr lvl="1"/>
            <a:r>
              <a:t>- CSS</a:t>
            </a:r>
          </a:p>
          <a:p>
            <a:pPr/>
            <a:r>
              <a:t>📝 Summary:</a:t>
            </a:r>
          </a:p>
          <a:p>
            <a:pPr lvl="1"/>
            <a:r>
              <a:t>A standalone source code editor that runs on Windows, macOS, and Linux, favored by web developers.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PyCharm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🌐 Website: https://www.jetbrains.com/pycharm/buy/?section=commercial&amp;billing=yearly</a:t>
            </a:r>
          </a:p>
          <a:p>
            <a:pPr/>
            <a:r>
              <a:t>💰 Pricing: Paid</a:t>
            </a:r>
          </a:p>
          <a:p>
            <a:pPr/>
            <a:r>
              <a:t>💰 Details: from $200.00 per user, per year</a:t>
            </a:r>
          </a:p>
          <a:p>
            <a:pPr/>
            <a:r>
              <a:t>📖 Open Source: False</a:t>
            </a:r>
          </a:p>
          <a:p>
            <a:pPr/>
            <a:r>
              <a:t>🛠 Tech Stack:</a:t>
            </a:r>
          </a:p>
          <a:p>
            <a:pPr lvl="1"/>
            <a:r>
              <a:t>- Python</a:t>
            </a:r>
          </a:p>
          <a:p>
            <a:pPr lvl="1"/>
            <a:r>
              <a:t>- JavaScript</a:t>
            </a:r>
          </a:p>
          <a:p>
            <a:pPr lvl="1"/>
            <a:r>
              <a:t>- HTML</a:t>
            </a:r>
          </a:p>
          <a:p>
            <a:pPr lvl="1"/>
            <a:r>
              <a:t>- CSS</a:t>
            </a:r>
          </a:p>
          <a:p>
            <a:pPr/>
            <a:r>
              <a:t>📝 Summary:</a:t>
            </a:r>
          </a:p>
          <a:p>
            <a:pPr lvl="1"/>
            <a:r>
              <a:t>PyCharm is a powerful IDE designed for Python development, offering advanced features for data and web professionals.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Jupyter Notebook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🌐 Website: https://jupyter.org/</a:t>
            </a:r>
          </a:p>
          <a:p>
            <a:pPr/>
            <a:r>
              <a:t>💰 Pricing: Free</a:t>
            </a:r>
          </a:p>
          <a:p>
            <a:pPr/>
            <a:r>
              <a:t>📖 Open Source: True</a:t>
            </a:r>
          </a:p>
          <a:p>
            <a:pPr/>
            <a:r>
              <a:t>🛠 Tech Stack:</a:t>
            </a:r>
          </a:p>
          <a:p>
            <a:pPr lvl="1"/>
            <a:r>
              <a:t>- Python</a:t>
            </a:r>
          </a:p>
          <a:p>
            <a:pPr lvl="1"/>
            <a:r>
              <a:t>- R</a:t>
            </a:r>
          </a:p>
          <a:p>
            <a:pPr lvl="1"/>
            <a:r>
              <a:t>- Julia</a:t>
            </a:r>
          </a:p>
          <a:p>
            <a:pPr lvl="1"/>
            <a:r>
              <a:t>- Scala</a:t>
            </a:r>
          </a:p>
          <a:p>
            <a:pPr/>
            <a:r>
              <a:t>📝 Summary:</a:t>
            </a:r>
          </a:p>
          <a:p>
            <a:pPr lvl="1"/>
            <a:r>
              <a:t>Jupyter Notebook is a web application for creating and sharing interactive computational documents.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/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{</a:t>
            </a:r>
          </a:p>
          <a:p>
            <a:pPr/>
            <a:r>
              <a:t>"primary_choice": "PyCharm",</a:t>
            </a:r>
          </a:p>
          <a:p>
            <a:pPr/>
            <a:r>
              <a:t>"backup_options": [</a:t>
            </a:r>
          </a:p>
          <a:p>
            <a:pPr/>
            <a:r>
              <a:t>"Visual Studio Code",</a:t>
            </a:r>
          </a:p>
          <a:p>
            <a:pPr/>
            <a:r>
              <a:t>"Jupyter Notebook"</a:t>
            </a:r>
          </a:p>
          <a:p>
            <a:pPr/>
            <a:r>
              <a:t>],</a:t>
            </a:r>
          </a:p>
          <a:p>
            <a:pPr/>
            <a:r>
              <a:t>"summary": "PyCharm is the most powerful IDE specifically designed for Python development, making it an excellent choice for professionals needing advanced features. Visual Studio Code is a versatile, open-source code editor that supports Python among other languages, suitable for users looking for a free option. Jupyter Notebook is ideal for interactive data analysis and sharing but may not serve as a full-fledged IDE for traditional software development.",</a:t>
            </a:r>
          </a:p>
          <a:p>
            <a:pPr/>
            <a:r>
              <a:t>"selection_criteria": [</a:t>
            </a:r>
          </a:p>
          <a:p>
            <a:pPr/>
            <a:r>
              <a:t>"specificity for Python development",</a:t>
            </a:r>
          </a:p>
          <a:p>
            <a:pPr/>
            <a:r>
              <a:t>"budget (free vs paid)",</a:t>
            </a:r>
          </a:p>
          <a:p>
            <a:pPr/>
            <a:r>
              <a:t>"features and integrations",</a:t>
            </a:r>
          </a:p>
          <a:p>
            <a:pPr/>
            <a:r>
              <a:t>"user experience and learning curve"</a:t>
            </a:r>
          </a:p>
          <a:p>
            <a:pPr/>
            <a:r>
              <a:t>],</a:t>
            </a:r>
          </a:p>
          <a:p>
            <a:pPr/>
            <a:r>
              <a:t>"tradeoffs": [</a:t>
            </a:r>
          </a:p>
          <a:p>
            <a:pPr/>
            <a:r>
              <a:t>"PyCharm offers extensive features but comes at a cost, while Visual Studio Code is free but may require additional setup for Python-specific features.",</a:t>
            </a:r>
          </a:p>
          <a:p>
            <a:pPr/>
            <a:r>
              <a:t>"Jupyter Notebook excels in data science tasks but lacks the comprehensive IDE features found in PyCharm."</a:t>
            </a:r>
          </a:p>
          <a:p>
            <a:pPr/>
            <a:r>
              <a:t>],</a:t>
            </a:r>
          </a:p>
          <a:p>
            <a:pPr/>
            <a:r>
              <a:t>"step_by_step_decision_guide": [</a:t>
            </a:r>
          </a:p>
          <a:p>
            <a:pPr/>
            <a:r>
              <a:t>"Identify your primary use case: general Python development, data analysis, or web development.",</a:t>
            </a:r>
          </a:p>
          <a:p>
            <a:pPr/>
            <a:r>
              <a:t>"Evaluate your budget: are you willing to pay for an IDE like PyCharm or prefer free options?",</a:t>
            </a:r>
          </a:p>
          <a:p>
            <a:pPr/>
            <a:r>
              <a:t>"Consider the features you need: do you require advanced debugging, testing, and integration capabilities?",</a:t>
            </a:r>
          </a:p>
          <a:p>
            <a:pPr/>
            <a:r>
              <a:t>"Assess your comfort level with setup: are you okay with configuring Visual Studio Code for Python, or do you prefer an out-of-the-box solution like PyCharm?",</a:t>
            </a:r>
          </a:p>
          <a:p>
            <a:pPr/>
            <a:r>
              <a:t>"Think about the type of projects you'll be working on: will you benefit more from Jupyter Notebook's interactive capabilities or a traditional IDE?"</a:t>
            </a:r>
          </a:p>
          <a:p>
            <a:pPr/>
            <a:r>
              <a:t>]</a:t>
            </a:r>
          </a:p>
          <a:p>
            <a:pPr/>
            <a: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