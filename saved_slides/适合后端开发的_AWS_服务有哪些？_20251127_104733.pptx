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适合后端开发的 AWS 服务有哪些？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on 2025-11-27 10:47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Amazon Elastic Compute Cloud (EC2)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🌐 Website: https://aws.amazon.com/ec2/pricing/</a:t>
            </a:r>
          </a:p>
          <a:p>
            <a:pPr/>
            <a:r>
              <a:t>💰 Pricing: Paid</a:t>
            </a:r>
          </a:p>
          <a:p>
            <a:pPr/>
            <a:r>
              <a:t>💰 Details: Pay-as-you-go, discounts up to 90% with Spot Instances</a:t>
            </a:r>
          </a:p>
          <a:p>
            <a:pPr/>
            <a:r>
              <a:t>📖 Open Source: False</a:t>
            </a:r>
          </a:p>
          <a:p>
            <a:pPr/>
            <a:r>
              <a:t>🛠 Tech Stack:</a:t>
            </a:r>
          </a:p>
          <a:p>
            <a:pPr lvl="1"/>
            <a:r>
              <a:t>- AWS</a:t>
            </a:r>
          </a:p>
          <a:p>
            <a:pPr lvl="1"/>
            <a:r>
              <a:t>- Linux</a:t>
            </a:r>
          </a:p>
          <a:p>
            <a:pPr lvl="1"/>
            <a:r>
              <a:t>- Windows</a:t>
            </a:r>
          </a:p>
          <a:p>
            <a:pPr/>
            <a:r>
              <a:t>📝 Summary:</a:t>
            </a:r>
          </a:p>
          <a:p>
            <a:pPr lvl="1"/>
            <a:r>
              <a:t>Amazon EC2 provides resizable compute capacity in the cloud, allowing users to run applications and services.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Lambda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🌐 Website: https://aws.amazon.com/lambda/pricing/</a:t>
            </a:r>
          </a:p>
          <a:p>
            <a:pPr/>
            <a:r>
              <a:t>💰 Pricing: Unknown</a:t>
            </a:r>
          </a:p>
          <a:p>
            <a:pPr/>
            <a:r>
              <a:t>💰 Details: Unknown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Amazon 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🌐 Website: https://aws.amazon.com/rds/pricing/</a:t>
            </a:r>
          </a:p>
          <a:p>
            <a:pPr/>
            <a:r>
              <a:t>💰 Pricing: Unknown</a:t>
            </a:r>
          </a:p>
          <a:p>
            <a:pPr/>
            <a:r>
              <a:t>💰 Details: Unknown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Amazon DynamoDB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🌐 Website: https://aws.amazon.com/dynamodb/pricing/</a:t>
            </a:r>
          </a:p>
          <a:p>
            <a:pPr/>
            <a:r>
              <a:t>💰 Pricing: Unknown</a:t>
            </a:r>
          </a:p>
          <a:p>
            <a:pPr/>
            <a:r>
              <a:t>💰 Details: Unknown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 /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{</a:t>
            </a:r>
          </a:p>
          <a:p>
            <a:pPr/>
            <a:r>
              <a:t>"primary_choice": "Amazon Elastic Compute Cloud (EC2)",</a:t>
            </a:r>
          </a:p>
          <a:p>
            <a:pPr/>
            <a:r>
              <a:t>"backup_options": [</a:t>
            </a:r>
          </a:p>
          <a:p>
            <a:pPr/>
            <a:r>
              <a:t>"AWS Lambda",</a:t>
            </a:r>
          </a:p>
          <a:p>
            <a:pPr/>
            <a:r>
              <a:t>"Amazon RDS",</a:t>
            </a:r>
          </a:p>
          <a:p>
            <a:pPr/>
            <a:r>
              <a:t>"Amazon DynamoDB"</a:t>
            </a:r>
          </a:p>
          <a:p>
            <a:pPr/>
            <a:r>
              <a:t>],</a:t>
            </a:r>
          </a:p>
          <a:p>
            <a:pPr/>
            <a:r>
              <a:t>"summary": "Amazon EC2 is the most suitable option for backend development as it provides resizable compute capacity, allowing users to run applications and services flexibly. AWS Lambda, while a good alternative for serverless applications, may not be ideal for all backend scenarios. Amazon RDS and DynamoDB are also relevant for database management but do not directly address compute needs.",</a:t>
            </a:r>
          </a:p>
          <a:p>
            <a:pPr/>
            <a:r>
              <a:t>"selection_criteria": [</a:t>
            </a:r>
          </a:p>
          <a:p>
            <a:pPr/>
            <a:r>
              <a:t>"budget",</a:t>
            </a:r>
          </a:p>
          <a:p>
            <a:pPr/>
            <a:r>
              <a:t>"scalability",</a:t>
            </a:r>
          </a:p>
          <a:p>
            <a:pPr/>
            <a:r>
              <a:t>"managed vs self-hosted",</a:t>
            </a:r>
          </a:p>
          <a:p>
            <a:pPr/>
            <a:r>
              <a:t>"flexibility in tech stack"</a:t>
            </a:r>
          </a:p>
          <a:p>
            <a:pPr/>
            <a:r>
              <a:t>],</a:t>
            </a:r>
          </a:p>
          <a:p>
            <a:pPr/>
            <a:r>
              <a:t>"tradeoffs": [</a:t>
            </a:r>
          </a:p>
          <a:p>
            <a:pPr/>
            <a:r>
              <a:t>"EC2 offers flexibility and control but may require more management compared to serverless options like Lambda.",</a:t>
            </a:r>
          </a:p>
          <a:p>
            <a:pPr/>
            <a:r>
              <a:t>"Lambda provides a cost-effective serverless solution but may not suit all backend architectures.",</a:t>
            </a:r>
          </a:p>
          <a:p>
            <a:pPr/>
            <a:r>
              <a:t>"RDS and DynamoDB are focused on database management, which is essential but not a complete backend solution."</a:t>
            </a:r>
          </a:p>
          <a:p>
            <a:pPr/>
            <a:r>
              <a:t>],</a:t>
            </a:r>
          </a:p>
          <a:p>
            <a:pPr/>
            <a:r>
              <a:t>"step_by_step_decision_guide": [</a:t>
            </a:r>
          </a:p>
          <a:p>
            <a:pPr/>
            <a:r>
              <a:t>"Identify the specific backend requirements (compute, storage, database).",</a:t>
            </a:r>
          </a:p>
          <a:p>
            <a:pPr/>
            <a:r>
              <a:t>"Evaluate whether a serverless architecture (like Lambda) fits your use case.",</a:t>
            </a:r>
          </a:p>
          <a:p>
            <a:pPr/>
            <a:r>
              <a:t>"Consider the level of control and management you want over your infrastructure.",</a:t>
            </a:r>
          </a:p>
          <a:p>
            <a:pPr/>
            <a:r>
              <a:t>"Assess your budget and potential costs associated with each service.",</a:t>
            </a:r>
          </a:p>
          <a:p>
            <a:pPr/>
            <a:r>
              <a:t>"Determine the scalability needs of your application and choose accordingly.",</a:t>
            </a:r>
          </a:p>
          <a:p>
            <a:pPr/>
            <a:r>
              <a:t>"Review the integration capabilities with other AWS services you may need."</a:t>
            </a:r>
          </a:p>
          <a:p>
            <a:pPr/>
            <a:r>
              <a:t>]</a:t>
            </a:r>
          </a:p>
          <a:p>
            <a:pPr/>
            <a:r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