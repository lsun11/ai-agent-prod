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Good Python ides</a:t>
            </a:r>
          </a:p>
        </p:txBody>
      </p:sp>
      <p:sp>
        <p:nvSpPr>
          <p:cNvPr id="3" name="Subtitle 2"/>
          <p:cNvSpPr>
            <a:spLocks noGrp="1"/>
          </p:cNvSpPr>
          <p:nvPr>
            <p:ph type="subTitle" idx="1"/>
          </p:nvPr>
        </p:nvSpPr>
        <p:spPr/>
        <p:txBody>
          <a:bodyPr/>
          <a:lstStyle/>
          <a:p>
            <a:r>
              <a:t>Generated on 2025-11-28 00:02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Komodo</a:t>
            </a:r>
          </a:p>
        </p:txBody>
      </p:sp>
      <p:sp>
        <p:nvSpPr>
          <p:cNvPr id="3" name="Content Placeholder 2"/>
          <p:cNvSpPr>
            <a:spLocks noGrp="1"/>
          </p:cNvSpPr>
          <p:nvPr>
            <p:ph idx="1"/>
          </p:nvPr>
        </p:nvSpPr>
        <p:spPr/>
        <p:txBody>
          <a:bodyPr/>
          <a:lstStyle/>
          <a:p>
            <a:pPr/>
            <a:r>
              <a:t>🌐 Website: https://www.komodohealth.com/</a:t>
            </a:r>
          </a:p>
          <a:p>
            <a:pPr/>
            <a:r>
              <a:t>💰 Pricing: Enterprise</a:t>
            </a:r>
          </a:p>
          <a:p>
            <a:pPr/>
            <a:r>
              <a:t>📖 Open Source: False</a:t>
            </a:r>
          </a:p>
          <a:p>
            <a:pPr/>
            <a:r>
              <a:t>📝 Summary:</a:t>
            </a:r>
          </a:p>
          <a:p>
            <a:pPr lvl="1"/>
            <a:r>
              <a:t>Komodo Health offers a platform combining a comprehensive healthcare data map, AI assistance, and specialized software to deliver fast, reliable healthcare insights.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IDLE</a:t>
            </a:r>
          </a:p>
        </p:txBody>
      </p:sp>
      <p:sp>
        <p:nvSpPr>
          <p:cNvPr id="3" name="Content Placeholder 2"/>
          <p:cNvSpPr>
            <a:spLocks noGrp="1"/>
          </p:cNvSpPr>
          <p:nvPr>
            <p:ph idx="1"/>
          </p:nvPr>
        </p:nvSpPr>
        <p:spPr/>
        <p:txBody>
          <a:bodyPr/>
          <a:lstStyle/>
          <a:p>
            <a:pPr/>
            <a:r>
              <a:t>🌐 Website: https://www.idealcomputersystems.com/</a:t>
            </a:r>
          </a:p>
          <a:p>
            <a:pPr/>
            <a:r>
              <a:t>💰 Pricing: Unknown</a:t>
            </a:r>
          </a:p>
          <a:p>
            <a:pPr/>
            <a:r>
              <a:t>📖 Open Source: False</a:t>
            </a:r>
          </a:p>
          <a:p>
            <a:pPr/>
            <a:r>
              <a:t>📝 Summary:</a:t>
            </a:r>
          </a:p>
          <a:p>
            <a:pPr lvl="1"/>
            <a:r>
              <a:t>A comprehensive software platform to manage inventory, customer history, sales, and operational efficiency for dealerships across multiple industries.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PyDev</a:t>
            </a:r>
          </a:p>
        </p:txBody>
      </p:sp>
      <p:sp>
        <p:nvSpPr>
          <p:cNvPr id="3" name="Content Placeholder 2"/>
          <p:cNvSpPr>
            <a:spLocks noGrp="1"/>
          </p:cNvSpPr>
          <p:nvPr>
            <p:ph idx="1"/>
          </p:nvPr>
        </p:nvSpPr>
        <p:spPr/>
        <p:txBody>
          <a:bodyPr/>
          <a:lstStyle/>
          <a:p>
            <a:pPr/>
            <a:r>
              <a:t>🌐 Website: https://www.pydev.org/</a:t>
            </a:r>
          </a:p>
          <a:p>
            <a:pPr/>
            <a:r>
              <a:t>💰 Pricing: Free</a:t>
            </a:r>
          </a:p>
          <a:p>
            <a:pPr/>
            <a:r>
              <a:t>📖 Open Source: True</a:t>
            </a:r>
          </a:p>
          <a:p>
            <a:pPr/>
            <a:r>
              <a:t>🛠 Tech Stack:</a:t>
            </a:r>
          </a:p>
          <a:p>
            <a:pPr lvl="1"/>
            <a:r>
              <a:t>- Python</a:t>
            </a:r>
          </a:p>
          <a:p>
            <a:pPr lvl="1"/>
            <a:r>
              <a:t>- Java (Eclipse plugin)</a:t>
            </a:r>
          </a:p>
          <a:p>
            <a:pPr/>
            <a:r>
              <a:t>📝 Summary:</a:t>
            </a:r>
          </a:p>
          <a:p>
            <a:pPr lvl="1"/>
            <a:r>
              <a:t>PyDev is an open source Python IDE plugin for Eclipse and VS Code that provides code editing, debugging, and development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PyCharm</a:t>
            </a:r>
          </a:p>
        </p:txBody>
      </p:sp>
      <p:sp>
        <p:nvSpPr>
          <p:cNvPr id="3" name="Content Placeholder 2"/>
          <p:cNvSpPr>
            <a:spLocks noGrp="1"/>
          </p:cNvSpPr>
          <p:nvPr>
            <p:ph idx="1"/>
          </p:nvPr>
        </p:nvSpPr>
        <p:spPr/>
        <p:txBody>
          <a:bodyPr/>
          <a:lstStyle/>
          <a:p>
            <a:pPr/>
            <a:r>
              <a:t>🌐 Website: https://www.jetbrains.com/pycharm/</a:t>
            </a:r>
          </a:p>
          <a:p>
            <a:pPr/>
            <a:r>
              <a:t>💰 Pricing: Freemium</a:t>
            </a:r>
          </a:p>
          <a:p>
            <a:pPr/>
            <a:r>
              <a:t>💰 Details: Free forever with one month Pro included; paid Pro and Professional editions available</a:t>
            </a:r>
          </a:p>
          <a:p>
            <a:pPr/>
            <a:r>
              <a:t>📖 Open Source: False</a:t>
            </a:r>
          </a:p>
          <a:p>
            <a:pPr/>
            <a:r>
              <a:t>🛠 Tech Stack:</a:t>
            </a:r>
          </a:p>
          <a:p>
            <a:pPr lvl="1"/>
            <a:r>
              <a:t>- Python</a:t>
            </a:r>
          </a:p>
          <a:p>
            <a:pPr lvl="1"/>
            <a:r>
              <a:t>- Django</a:t>
            </a:r>
          </a:p>
          <a:p>
            <a:pPr lvl="1"/>
            <a:r>
              <a:t>- Flask</a:t>
            </a:r>
          </a:p>
          <a:p>
            <a:pPr lvl="1"/>
            <a:r>
              <a:t>- FastAPI</a:t>
            </a:r>
          </a:p>
          <a:p>
            <a:pPr lvl="1"/>
            <a:r>
              <a:t>- Jupyter</a:t>
            </a:r>
          </a:p>
          <a:p>
            <a:pPr/>
            <a:r>
              <a:t>📝 Summary:</a:t>
            </a:r>
          </a:p>
          <a:p>
            <a:pPr lvl="1"/>
            <a:r>
              <a:t>A Python IDE with AI-enhanced features supporting web, data, and AI/ML development workflows.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"PyCharm",</a:t>
            </a:r>
          </a:p>
          <a:p>
            <a:pPr/>
            <a:r>
              <a:t>"backup_options": ["PyDev"],</a:t>
            </a:r>
          </a:p>
          <a:p>
            <a:pPr/>
            <a:r>
              <a:t>"summary": "For Python IDEs, PyCharm stands out as the primary choice due to its rich feature set including AI-enhanced capabilities and strong integration with popular Python frameworks and tools like Django, Flask, Jupyter, and TensorFlow. It offers a freemium pricing model, making it accessible for both beginners and professionals. PyDev is a solid open-source alternative that integrates well with Eclipse and VS Code, suitable for users preferring free and extensible IDE plugins. The other candidates, Komodo and IDLE, are unrelated to Python IDEs and thus not recommended.",</a:t>
            </a:r>
          </a:p>
          <a:p>
            <a:pPr/>
            <a:r>
              <a:t>"selection_criteria": [</a:t>
            </a:r>
          </a:p>
          <a:p>
            <a:pPr/>
            <a:r>
              <a:t>"Budget (free vs paid options)",</a:t>
            </a:r>
          </a:p>
          <a:p>
            <a:pPr/>
            <a:r>
              <a:t>"Integration with Python frameworks and tools",</a:t>
            </a:r>
          </a:p>
          <a:p>
            <a:pPr/>
            <a:r>
              <a:t>"Open source vs proprietary software",</a:t>
            </a:r>
          </a:p>
          <a:p>
            <a:pPr/>
            <a:r>
              <a:t>"Development environment preference (standalone IDE vs plugin)",</a:t>
            </a:r>
          </a:p>
          <a:p>
            <a:pPr/>
            <a:r>
              <a:t>"Feature set including AI assistance and debugging tools"</a:t>
            </a:r>
          </a:p>
          <a:p>
            <a:pPr/>
            <a:r>
              <a:t>],</a:t>
            </a:r>
          </a:p>
          <a:p>
            <a:pPr/>
            <a:r>
              <a:t>"tradeoffs": [</a:t>
            </a:r>
          </a:p>
          <a:p>
            <a:pPr/>
            <a:r>
              <a:t>"PyCharm offers a more comprehensive and polished experience with AI features but has paid tiers, while PyDev is fully free and open source but less feature-rich.",</a:t>
            </a:r>
          </a:p>
          <a:p>
            <a:pPr/>
            <a:r>
              <a:t>"PyCharm is a standalone IDE optimized for Python development, whereas PyDev is a plugin requiring Eclipse or VS Code, which may affect user workflow preferences.",</a:t>
            </a:r>
          </a:p>
          <a:p>
            <a:pPr/>
            <a:r>
              <a:t>"PyCharm supports a wider range of integrations out of the box, beneficial for web and AI/ML development, whereas PyDev focuses on core Python editing and debugging."</a:t>
            </a:r>
          </a:p>
          <a:p>
            <a:pPr/>
            <a:r>
              <a:t>],</a:t>
            </a:r>
          </a:p>
          <a:p>
            <a:pPr/>
            <a:r>
              <a:t>"step_by_step_decision_guide": [</a:t>
            </a:r>
          </a:p>
          <a:p>
            <a:pPr/>
            <a:r>
              <a:t>"Determine your budget: if you prefer free tools, consider PyDev; if you can invest in a professional IDE, PyCharm is preferable.",</a:t>
            </a:r>
          </a:p>
          <a:p>
            <a:pPr/>
            <a:r>
              <a:t>"Assess your preferred development environment: choose PyCharm for a standalone IDE or PyDev if you already use Eclipse or VS Code.",</a:t>
            </a:r>
          </a:p>
          <a:p>
            <a:pPr/>
            <a:r>
              <a:t>"Evaluate the importance of advanced features like AI assistance and deep integration with Python frameworks; if critical, PyCharm is better suited.",</a:t>
            </a:r>
          </a:p>
          <a:p>
            <a:pPr/>
            <a:r>
              <a:t>"Consider your need for open source software; PyDev is open source, PyCharm is proprietary with a free tier.",</a:t>
            </a:r>
          </a:p>
          <a:p>
            <a:pPr/>
            <a:r>
              <a:t>"Try the free version of PyCharm to explore its features and compare with PyDev to see which fits your workflow best.",</a:t>
            </a:r>
          </a:p>
          <a:p>
            <a:pPr/>
            <a:r>
              <a:t>"Exclude Komodo and IDLE as they do not serve as Python IDEs."</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