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有哪些工具可用于监控分布式系统？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10:55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SolarWinds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https://www.solarwinds.com/solarwinds-observability/pricing</a:t>
            </a:r>
          </a:p>
          <a:p>
            <a:pPr/>
            <a:r>
              <a:t>💰 Pricing: Paid</a:t>
            </a:r>
          </a:p>
          <a:p>
            <a:pPr/>
            <a:r>
              <a:t>💰 Details: from $5/month per GB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SolarWinds Observability provides a unified platform for real-time monitoring of applications, networks, and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ManageEngine Applications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https://www.manageengine.com/products/applications_manager/pricing.html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"SolarWinds Observability",</a:t>
            </a:r>
          </a:p>
          <a:p>
            <a:pPr/>
            <a:r>
              <a:t>"backup_options": [],</a:t>
            </a:r>
          </a:p>
          <a:p>
            <a:pPr/>
            <a:r>
              <a:t>"summary": "SolarWinds Observability is a robust solution for real-time monitoring of distributed systems, offering a unified platform that covers applications, networks, and infrastructure. While ManageEngine Applications Manager is listed, its details are insufficient to evaluate its suitability for monitoring distributed systems.",</a:t>
            </a:r>
          </a:p>
          <a:p>
            <a:pPr/>
            <a:r>
              <a:t>"selection_criteria": [</a:t>
            </a:r>
          </a:p>
          <a:p>
            <a:pPr/>
            <a:r>
              <a:t>"real-time monitoring capabilities",</a:t>
            </a:r>
          </a:p>
          <a:p>
            <a:pPr/>
            <a:r>
              <a:t>"cost-effectiveness",</a:t>
            </a:r>
          </a:p>
          <a:p>
            <a:pPr/>
            <a:r>
              <a:t>"ease of integration",</a:t>
            </a:r>
          </a:p>
          <a:p>
            <a:pPr/>
            <a:r>
              <a:t>"support for distributed systems"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"SolarWinds Observability has a clear pricing model starting at $5/month per GB, which may be a consideration for budget-conscious users."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"Define the specific monitoring needs for your distributed systems.",</a:t>
            </a:r>
          </a:p>
          <a:p>
            <a:pPr/>
            <a:r>
              <a:t>"Evaluate the pricing model of SolarWinds Observability against your budget.",</a:t>
            </a:r>
          </a:p>
          <a:p>
            <a:pPr/>
            <a:r>
              <a:t>"Consider the integration capabilities of SolarWinds with your existing tech stack.",</a:t>
            </a:r>
          </a:p>
          <a:p>
            <a:pPr/>
            <a:r>
              <a:t>"Assess the scalability of SolarWinds Observability for your future needs.",</a:t>
            </a:r>
          </a:p>
          <a:p>
            <a:pPr/>
            <a:r>
              <a:t>"If ManageEngine Applications Manager becomes clearer, compare its features directly with SolarWinds."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