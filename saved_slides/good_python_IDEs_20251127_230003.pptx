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good python IDEs</a:t>
            </a:r>
          </a:p>
        </p:txBody>
      </p:sp>
      <p:sp>
        <p:nvSpPr>
          <p:cNvPr id="3" name="Subtitle 2"/>
          <p:cNvSpPr>
            <a:spLocks noGrp="1"/>
          </p:cNvSpPr>
          <p:nvPr>
            <p:ph type="subTitle" idx="1"/>
          </p:nvPr>
        </p:nvSpPr>
        <p:spPr/>
        <p:txBody>
          <a:bodyPr/>
          <a:lstStyle/>
          <a:p>
            <a:r>
              <a:t>Generated on 2025-11-27 23:00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Spyder</a:t>
            </a:r>
          </a:p>
        </p:txBody>
      </p:sp>
      <p:sp>
        <p:nvSpPr>
          <p:cNvPr id="3" name="Content Placeholder 2"/>
          <p:cNvSpPr>
            <a:spLocks noGrp="1"/>
          </p:cNvSpPr>
          <p:nvPr>
            <p:ph idx="1"/>
          </p:nvPr>
        </p:nvSpPr>
        <p:spPr/>
        <p:txBody>
          <a:bodyPr/>
          <a:lstStyle/>
          <a:p>
            <a:pPr/>
            <a:r>
              <a:t>🌐 Website: https://www.spyder.com/</a:t>
            </a:r>
          </a:p>
          <a:p>
            <a:pPr/>
            <a:r>
              <a:t>💰 Pricing: Unknown</a:t>
            </a:r>
          </a:p>
          <a:p>
            <a:pPr/>
            <a:r>
              <a:t>📝 Summary:</a:t>
            </a:r>
          </a:p>
          <a:p>
            <a:pPr lvl="1"/>
            <a:r>
              <a:t>Spyder is an e-commerce website selling ski jackets, outerwear, and outdoor apparel to consumers, not a developer tool.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PyCharm</a:t>
            </a:r>
          </a:p>
        </p:txBody>
      </p:sp>
      <p:sp>
        <p:nvSpPr>
          <p:cNvPr id="3" name="Content Placeholder 2"/>
          <p:cNvSpPr>
            <a:spLocks noGrp="1"/>
          </p:cNvSpPr>
          <p:nvPr>
            <p:ph idx="1"/>
          </p:nvPr>
        </p:nvSpPr>
        <p:spPr/>
        <p:txBody>
          <a:bodyPr/>
          <a:lstStyle/>
          <a:p>
            <a:pPr/>
            <a:r>
              <a:t>🌐 Website: https://www.jetbrains.com/pycharm/buy/?section=commercial&amp;billing=yearly</a:t>
            </a:r>
          </a:p>
          <a:p>
            <a:pPr/>
            <a:r>
              <a:t>💰 Pricing: Freemium</a:t>
            </a:r>
          </a:p>
          <a:p>
            <a:pPr/>
            <a:r>
              <a:t>💰 Details: Free Community Edition; Pro $299/year (includes AI Free); AI Pro add-on $200/year; All Products Pack $979/year</a:t>
            </a:r>
          </a:p>
          <a:p>
            <a:pPr/>
            <a:r>
              <a:t>📖 Open Source: False</a:t>
            </a:r>
          </a:p>
          <a:p>
            <a:pPr/>
            <a:r>
              <a:t>🛠 Tech Stack:</a:t>
            </a:r>
          </a:p>
          <a:p>
            <a:pPr lvl="1"/>
            <a:r>
              <a:t>- Python</a:t>
            </a:r>
          </a:p>
          <a:p>
            <a:pPr/>
            <a:r>
              <a:t>📝 Summary:</a:t>
            </a:r>
          </a:p>
          <a:p>
            <a:pPr lvl="1"/>
            <a:r>
              <a:t>PyCharm is a full-featured integrated development environment for Python with advanced code intelligence, debugging, and support for data science and web frameworks.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Jupyter Notebook</a:t>
            </a:r>
          </a:p>
        </p:txBody>
      </p:sp>
      <p:sp>
        <p:nvSpPr>
          <p:cNvPr id="3" name="Content Placeholder 2"/>
          <p:cNvSpPr>
            <a:spLocks noGrp="1"/>
          </p:cNvSpPr>
          <p:nvPr>
            <p:ph idx="1"/>
          </p:nvPr>
        </p:nvSpPr>
        <p:spPr/>
        <p:txBody>
          <a:bodyPr/>
          <a:lstStyle/>
          <a:p>
            <a:pPr/>
            <a:r>
              <a:t>🌐 Website: https://jupyter.org/</a:t>
            </a:r>
          </a:p>
          <a:p>
            <a:pPr/>
            <a:r>
              <a:t>💰 Pricing: Free</a:t>
            </a:r>
          </a:p>
          <a:p>
            <a:pPr/>
            <a:r>
              <a:t>💰 Details: Open source and free to use</a:t>
            </a:r>
          </a:p>
          <a:p>
            <a:pPr/>
            <a:r>
              <a:t>📖 Open Source: True</a:t>
            </a:r>
          </a:p>
          <a:p>
            <a:pPr/>
            <a:r>
              <a:t>🛠 Tech Stack:</a:t>
            </a:r>
          </a:p>
          <a:p>
            <a:pPr lvl="1"/>
            <a:r>
              <a:t>- Python</a:t>
            </a:r>
          </a:p>
          <a:p>
            <a:pPr lvl="1"/>
            <a:r>
              <a:t>- R</a:t>
            </a:r>
          </a:p>
          <a:p>
            <a:pPr lvl="1"/>
            <a:r>
              <a:t>- Julia</a:t>
            </a:r>
          </a:p>
          <a:p>
            <a:pPr lvl="1"/>
            <a:r>
              <a:t>- Scala</a:t>
            </a:r>
          </a:p>
          <a:p>
            <a:pPr lvl="1"/>
            <a:r>
              <a:t>- Apache Spark</a:t>
            </a:r>
          </a:p>
          <a:p>
            <a:pPr/>
            <a:r>
              <a:t>📝 Summary:</a:t>
            </a:r>
          </a:p>
          <a:p>
            <a:pPr lvl="1"/>
            <a:r>
              <a:t>Web-based interactive development environment for creating computational notebooks that combine code execution, rich text, mathematics, plots and interactive outputs.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Visual Studio Code</a:t>
            </a:r>
          </a:p>
        </p:txBody>
      </p:sp>
      <p:sp>
        <p:nvSpPr>
          <p:cNvPr id="3" name="Content Placeholder 2"/>
          <p:cNvSpPr>
            <a:spLocks noGrp="1"/>
          </p:cNvSpPr>
          <p:nvPr>
            <p:ph idx="1"/>
          </p:nvPr>
        </p:nvSpPr>
        <p:spPr/>
        <p:txBody>
          <a:bodyPr/>
          <a:lstStyle/>
          <a:p>
            <a:pPr/>
            <a:r>
              <a:t>🌐 Website: https://visualstudio.microsoft.com/vs/pricing/?tab=paid-subscriptions</a:t>
            </a:r>
          </a:p>
          <a:p>
            <a:pPr/>
            <a:r>
              <a:t>💰 Pricing: Free</a:t>
            </a:r>
          </a:p>
          <a:p>
            <a:pPr/>
            <a:r>
              <a:t>💰 Details: Free download for all platforms</a:t>
            </a:r>
          </a:p>
          <a:p>
            <a:pPr/>
            <a:r>
              <a:t>📖 Open Source: True</a:t>
            </a:r>
          </a:p>
          <a:p>
            <a:pPr/>
            <a:r>
              <a:t>🛠 Tech Stack:</a:t>
            </a:r>
          </a:p>
          <a:p>
            <a:pPr lvl="1"/>
            <a:r>
              <a:t>- Electron</a:t>
            </a:r>
          </a:p>
          <a:p>
            <a:pPr lvl="1"/>
            <a:r>
              <a:t>- TypeScript</a:t>
            </a:r>
          </a:p>
          <a:p>
            <a:pPr lvl="1"/>
            <a:r>
              <a:t>- Node.js</a:t>
            </a:r>
          </a:p>
          <a:p>
            <a:pPr/>
            <a:r>
              <a:t>📝 Summary:</a:t>
            </a:r>
          </a:p>
          <a:p>
            <a:pPr lvl="1"/>
            <a:r>
              <a:t>A standalone, cross-platform source code editor with extensive extension support for virtually any programming language.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 / Analysis</a:t>
            </a:r>
          </a:p>
        </p:txBody>
      </p:sp>
      <p:sp>
        <p:nvSpPr>
          <p:cNvPr id="3" name="Content Placeholder 2"/>
          <p:cNvSpPr>
            <a:spLocks noGrp="1"/>
          </p:cNvSpPr>
          <p:nvPr>
            <p:ph idx="1"/>
          </p:nvPr>
        </p:nvSpPr>
        <p:spPr/>
        <p:txBody>
          <a:bodyPr/>
          <a:lstStyle/>
          <a:p>
            <a:pPr/>
            <a:r>
              <a:t>```json</a:t>
            </a:r>
          </a:p>
          <a:p>
            <a:pPr/>
            <a:r>
              <a:t>{</a:t>
            </a:r>
          </a:p>
          <a:p>
            <a:pPr/>
            <a:r>
              <a:t>"primary_choice": "PyCharm",</a:t>
            </a:r>
          </a:p>
          <a:p>
            <a:pPr/>
            <a:r>
              <a:t>"backup_options": [</a:t>
            </a:r>
          </a:p>
          <a:p>
            <a:pPr/>
            <a:r>
              <a:t>"Visual Studio Code",</a:t>
            </a:r>
          </a:p>
          <a:p>
            <a:pPr/>
            <a:r>
              <a:t>"Jupyter Notebook"</a:t>
            </a:r>
          </a:p>
          <a:p>
            <a:pPr/>
            <a:r>
              <a:t>],</a:t>
            </a:r>
          </a:p>
          <a:p>
            <a:pPr/>
            <a:r>
              <a:t>"summary": "For Python development, PyCharm is the most comprehensive IDE with advanced Python-specific features, intelligent code completion, and integrated debugging. Visual Studio Code is an excellent free alternative that's lightweight and highly extensible through Python extensions. Jupyter Notebook is ideal for data science and exploratory programming but less suited for traditional application development.",</a:t>
            </a:r>
          </a:p>
          <a:p>
            <a:pPr/>
            <a:r>
              <a:t>"selection_criteria": [</a:t>
            </a:r>
          </a:p>
          <a:p>
            <a:pPr/>
            <a:r>
              <a:t>"Python-specific features and intelligence",</a:t>
            </a:r>
          </a:p>
          <a:p>
            <a:pPr/>
            <a:r>
              <a:t>"Budget (free vs paid options)",</a:t>
            </a:r>
          </a:p>
          <a:p>
            <a:pPr/>
            <a:r>
              <a:t>"Use case (web/app development vs data science)",</a:t>
            </a:r>
          </a:p>
          <a:p>
            <a:pPr/>
            <a:r>
              <a:t>"Performance and resource usage",</a:t>
            </a:r>
          </a:p>
          <a:p>
            <a:pPr/>
            <a:r>
              <a:t>"Learning curve and ease of setup",</a:t>
            </a:r>
          </a:p>
          <a:p>
            <a:pPr/>
            <a:r>
              <a:t>"Extension ecosystem and customization"</a:t>
            </a:r>
          </a:p>
          <a:p>
            <a:pPr/>
            <a:r>
              <a:t>],</a:t>
            </a:r>
          </a:p>
          <a:p>
            <a:pPr/>
            <a:r>
              <a:t>"tradeoffs": [</a:t>
            </a:r>
          </a:p>
          <a:p>
            <a:pPr/>
            <a:r>
              <a:t>{</a:t>
            </a:r>
          </a:p>
          <a:p>
            <a:pPr/>
            <a:r>
              <a:t>"aspect": "Cost vs Features",</a:t>
            </a:r>
          </a:p>
          <a:p>
            <a:pPr/>
            <a:r>
              <a:t>"description": "PyCharm Pro ($299/year) offers the most Python-specific features out of the box, while VS Code is completely free but requires extension configuration. PyCharm Community Edition is free but lacks some advanced features."</a:t>
            </a:r>
          </a:p>
          <a:p>
            <a:pPr/>
            <a:r>
              <a:t>},</a:t>
            </a:r>
          </a:p>
          <a:p>
            <a:pPr/>
            <a:r>
              <a:t>{</a:t>
            </a:r>
          </a:p>
          <a:p>
            <a:pPr/>
            <a:r>
              <a:t>"aspect": "Resource Usage vs Capabilities",</a:t>
            </a:r>
          </a:p>
          <a:p>
            <a:pPr/>
            <a:r>
              <a:t>"description": "PyCharm is feature-rich but heavier on system resources, while VS Code is lightweight and fast but requires more manual setup for Python development."</a:t>
            </a:r>
          </a:p>
          <a:p>
            <a:pPr/>
            <a:r>
              <a:t>},</a:t>
            </a:r>
          </a:p>
          <a:p>
            <a:pPr/>
            <a:r>
              <a:t>{</a:t>
            </a:r>
          </a:p>
          <a:p>
            <a:pPr/>
            <a:r>
              <a:t>"aspect": "General Purpose vs Specialized",</a:t>
            </a:r>
          </a:p>
          <a:p>
            <a:pPr/>
            <a:r>
              <a:t>"description": "VS Code supports many languages making it versatile for polyglot developers, while PyCharm is Python-focused. Jupyter Notebook excels at interactive data science but isn't suitable for building traditional applications."</a:t>
            </a:r>
          </a:p>
          <a:p>
            <a:pPr/>
            <a:r>
              <a:t>}</a:t>
            </a:r>
          </a:p>
          <a:p>
            <a:pPr/>
            <a:r>
              <a:t>],</a:t>
            </a:r>
          </a:p>
          <a:p>
            <a:pPr/>
            <a:r>
              <a:t>"step_by_step_decision_guide": [</a:t>
            </a:r>
          </a:p>
          <a:p>
            <a:pPr/>
            <a:r>
              <a:t>"Identify your primary use case: Are you building web applications, scripts, or doing data science/machine learning work?",</a:t>
            </a:r>
          </a:p>
          <a:p>
            <a:pPr/>
            <a:r>
              <a:t>"If doing data science or exploratory analysis with lots of visualization, start with Jupyter Notebook (free and purpose-built for this).",</a:t>
            </a:r>
          </a:p>
          <a:p>
            <a:pPr/>
            <a:r>
              <a:t>"If building traditional Python applications and budget allows, try PyCharm Community Edition (free) first to see if it meets your needs.",</a:t>
            </a:r>
          </a:p>
          <a:p>
            <a:pPr/>
            <a:r>
              <a:t>"If you need advanced features like Django/Flask support, database tools, or scientific tools, consider PyCharm Pro ($299/year).",</a:t>
            </a:r>
          </a:p>
          <a:p>
            <a:pPr/>
            <a:r>
              <a:t>"If you're on a tight budget, work with multiple languages, or prefer a lightweight editor, choose Visual Studio Code with Python extensions (completely free).",</a:t>
            </a:r>
          </a:p>
          <a:p>
            <a:pPr/>
            <a:r>
              <a:t>"Consider your system resources: if you have limited RAM or CPU, VS Code will perform better than PyCharm.",</a:t>
            </a:r>
          </a:p>
          <a:p>
            <a:pPr/>
            <a:r>
              <a:t>"Try the free options first (VS Code or PyCharm Community) before committing to paid tools."</a:t>
            </a:r>
          </a:p>
          <a:p>
            <a:pPr/>
            <a:r>
              <a:t>]</a:t>
            </a:r>
          </a:p>
          <a:p>
            <a:pPr/>
            <a:r>
              <a:t>}</a:t>
            </a:r>
          </a:p>
          <a:p>
            <a:pP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