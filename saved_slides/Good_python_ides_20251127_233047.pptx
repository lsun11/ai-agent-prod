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Good python 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23:30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https://www.komodohealth.com/</a:t>
            </a:r>
          </a:p>
          <a:p>
            <a:pPr/>
            <a:r>
              <a:t>💰 Pricing: Unknown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Komodo Health offers an AI-driven platform that transforms complex healthcare data into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https://www.jetbrains.com/pycharm/</a:t>
            </a:r>
          </a:p>
          <a:p>
            <a:pPr/>
            <a:r>
              <a:t>💰 Pricing: Freemium</a:t>
            </a:r>
          </a:p>
          <a:p>
            <a:pPr/>
            <a:r>
              <a:t>💰 Details: Free forever, plus one month of Pro included</a:t>
            </a:r>
          </a:p>
          <a:p>
            <a:pPr/>
            <a:r>
              <a:t>📖 Open Source: False</a:t>
            </a:r>
          </a:p>
          <a:p>
            <a:pPr/>
            <a:r>
              <a:t>🛠 Tech Stack:</a:t>
            </a:r>
          </a:p>
          <a:p>
            <a:pPr lvl="1"/>
            <a:r>
              <a:t>- Python</a:t>
            </a:r>
          </a:p>
          <a:p>
            <a:pPr lvl="1"/>
            <a:r>
              <a:t>- Django</a:t>
            </a:r>
          </a:p>
          <a:p>
            <a:pPr lvl="1"/>
            <a:r>
              <a:t>- Flask</a:t>
            </a:r>
          </a:p>
          <a:p>
            <a:pPr lvl="1"/>
            <a:r>
              <a:t>- FastAPI</a:t>
            </a:r>
          </a:p>
          <a:p>
            <a:pPr lvl="1"/>
            <a:r>
              <a:t>- PyTorch</a:t>
            </a:r>
          </a:p>
          <a:p>
            <a:pPr/>
            <a:r>
              <a:t>📝 Summary:</a:t>
            </a:r>
          </a:p>
          <a:p>
            <a:pPr lvl="1"/>
            <a:r>
              <a:t>PyCharm is a powerful IDE designed for Python development, offering integrated tools for web, data, and AI/ML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https://www.pydev.org/</a:t>
            </a:r>
          </a:p>
          <a:p>
            <a:pPr/>
            <a:r>
              <a:t>💰 Pricing: Free</a:t>
            </a:r>
          </a:p>
          <a:p>
            <a:pPr/>
            <a:r>
              <a:t>💰 Details: Support available through Patreon and one-time contributions.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Eclipse</a:t>
            </a:r>
          </a:p>
          <a:p>
            <a:pPr lvl="1"/>
            <a:r>
              <a:t>- Python</a:t>
            </a:r>
          </a:p>
          <a:p>
            <a:pPr/>
            <a:r>
              <a:t>📝 Summary:</a:t>
            </a:r>
          </a:p>
          <a:p>
            <a:pPr lvl="1"/>
            <a:r>
              <a:t>PyDev is an open-source IDE for Python development that integrates with Eclipse.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https://www.idealcomputersystems.com/</a:t>
            </a:r>
          </a:p>
          <a:p>
            <a:pPr/>
            <a:r>
              <a:t>💰 Pricing: Unknown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Ideal provides comprehensive software solutions for managing various departments within a dealership.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"PyCharm",</a:t>
            </a:r>
          </a:p>
          <a:p>
            <a:pPr/>
            <a:r>
              <a:t>"backup_options": [</a:t>
            </a:r>
          </a:p>
          <a:p>
            <a:pPr/>
            <a:r>
              <a:t>"PyDev",</a:t>
            </a:r>
          </a:p>
          <a:p>
            <a:pPr/>
            <a:r>
              <a:t>"IDLE"</a:t>
            </a:r>
          </a:p>
          <a:p>
            <a:pPr/>
            <a:r>
              <a:t>],</a:t>
            </a:r>
          </a:p>
          <a:p>
            <a:pPr/>
            <a:r>
              <a:t>"summary": "PyCharm is a powerful IDE specifically designed for Python development, making it the best choice for users looking for integrated tools for web, data, and AI/ML projects. PyDev offers an open-source alternative that integrates with Eclipse, suitable for those who prefer a free option. IDLE is a basic IDE that may be suitable for beginners but lacks the advanced features of the other two options.",</a:t>
            </a:r>
          </a:p>
          <a:p>
            <a:pPr/>
            <a:r>
              <a:t>"selection_criteria": [</a:t>
            </a:r>
          </a:p>
          <a:p>
            <a:pPr/>
            <a:r>
              <a:t>"budget (freemium vs free)",</a:t>
            </a:r>
          </a:p>
          <a:p>
            <a:pPr/>
            <a:r>
              <a:t>"features and integrations",</a:t>
            </a:r>
          </a:p>
          <a:p>
            <a:pPr/>
            <a:r>
              <a:t>"user experience and learning curve",</a:t>
            </a:r>
          </a:p>
          <a:p>
            <a:pPr/>
            <a:r>
              <a:t>"open source vs proprietary"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"PyCharm offers extensive features and integrations but may require a subscription for full access, while PyDev is free but less feature-rich.",</a:t>
            </a:r>
          </a:p>
          <a:p>
            <a:pPr/>
            <a:r>
              <a:t>"IDLE is simple and free but lacks advanced capabilities, making it less suitable for professional development compared to PyCharm and PyDev."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budget for an IDE and whether you prefer a free or paid option.",</a:t>
            </a:r>
          </a:p>
          <a:p>
            <a:pPr/>
            <a:r>
              <a:t>"Evaluate the specific features you need, such as support for web frameworks or data science tools.",</a:t>
            </a:r>
          </a:p>
          <a:p>
            <a:pPr/>
            <a:r>
              <a:t>"Consider your familiarity with IDEs and whether you prefer a more user-friendly interface or are comfortable with a more complex setup.",</a:t>
            </a:r>
          </a:p>
          <a:p>
            <a:pPr/>
            <a:r>
              <a:t>"Review the integration capabilities with other tools you use, such as version control or data science libraries.",</a:t>
            </a:r>
          </a:p>
          <a:p>
            <a:pPr/>
            <a:r>
              <a:t>"Test out the free versions of PyCharm and PyDev to see which one aligns better with your workflow."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