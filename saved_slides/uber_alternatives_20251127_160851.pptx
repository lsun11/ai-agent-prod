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uber alternatives</a:t>
            </a:r>
          </a:p>
        </p:txBody>
      </p:sp>
      <p:sp>
        <p:nvSpPr>
          <p:cNvPr id="3" name="Subtitle 2"/>
          <p:cNvSpPr>
            <a:spLocks noGrp="1"/>
          </p:cNvSpPr>
          <p:nvPr>
            <p:ph type="subTitle" idx="1"/>
          </p:nvPr>
        </p:nvSpPr>
        <p:spPr/>
        <p:txBody>
          <a:bodyPr/>
          <a:lstStyle/>
          <a:p>
            <a:r>
              <a:t>Generated on 2025-11-27 16:08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DiDi</a:t>
            </a:r>
          </a:p>
        </p:txBody>
      </p:sp>
      <p:sp>
        <p:nvSpPr>
          <p:cNvPr id="3" name="Content Placeholder 2"/>
          <p:cNvSpPr>
            <a:spLocks noGrp="1"/>
          </p:cNvSpPr>
          <p:nvPr>
            <p:ph idx="1"/>
          </p:nvPr>
        </p:nvSpPr>
        <p:spPr/>
        <p:txBody>
          <a:bodyPr/>
          <a:lstStyle/>
          <a:p>
            <a:pPr/>
            <a:r>
              <a:t>🌐 Website: https://web.didiglobal.com/</a:t>
            </a:r>
          </a:p>
          <a:p>
            <a:pPr/>
            <a:r>
              <a:t>💰 Pricing: Unknown</a:t>
            </a:r>
          </a:p>
          <a:p>
            <a:pPr/>
            <a:r>
              <a:t>💰 Details: Unknown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Lyft</a:t>
            </a:r>
          </a:p>
        </p:txBody>
      </p:sp>
      <p:sp>
        <p:nvSpPr>
          <p:cNvPr id="3" name="Content Placeholder 2"/>
          <p:cNvSpPr>
            <a:spLocks noGrp="1"/>
          </p:cNvSpPr>
          <p:nvPr>
            <p:ph idx="1"/>
          </p:nvPr>
        </p:nvSpPr>
        <p:spPr/>
        <p:txBody>
          <a:bodyPr/>
          <a:lstStyle/>
          <a:p>
            <a:pPr/>
            <a:r>
              <a:t>🌐 Website: https://www.lyft.com/rider/business</a:t>
            </a:r>
          </a:p>
          <a:p>
            <a:pPr/>
            <a:r>
              <a:t>💰 Pricing: Unknown</a:t>
            </a:r>
          </a:p>
          <a:p>
            <a:pPr/>
            <a:r>
              <a:t>📖 Open Source: False</a:t>
            </a:r>
          </a:p>
          <a:p>
            <a:pPr/>
            <a:r>
              <a:t>📝 Summary:</a:t>
            </a:r>
          </a:p>
          <a:p>
            <a:pPr lvl="1"/>
            <a:r>
              <a:t>Lyft provides a platform for managing business travel and expenses efficiently.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Ola</a:t>
            </a:r>
          </a:p>
        </p:txBody>
      </p:sp>
      <p:sp>
        <p:nvSpPr>
          <p:cNvPr id="3" name="Content Placeholder 2"/>
          <p:cNvSpPr>
            <a:spLocks noGrp="1"/>
          </p:cNvSpPr>
          <p:nvPr>
            <p:ph idx="1"/>
          </p:nvPr>
        </p:nvSpPr>
        <p:spPr/>
        <p:txBody>
          <a:bodyPr/>
          <a:lstStyle/>
          <a:p>
            <a:pPr/>
            <a:r>
              <a:t>🌐 Website: https://www.olaelectric.com/</a:t>
            </a:r>
          </a:p>
          <a:p>
            <a:pPr/>
            <a:r>
              <a:t>💰 Pricing: Paid</a:t>
            </a:r>
          </a:p>
          <a:p>
            <a:pPr/>
            <a:r>
              <a:t>💰 Details: Starting at ₹29,999</a:t>
            </a:r>
          </a:p>
          <a:p>
            <a:pPr/>
            <a:r>
              <a:t>📖 Open Source: False</a:t>
            </a:r>
          </a:p>
          <a:p>
            <a:pPr/>
            <a:r>
              <a:t>📝 Summary:</a:t>
            </a:r>
          </a:p>
          <a:p>
            <a:pPr lvl="1"/>
            <a:r>
              <a:t>Ola offers a range of electric scooters and motorcycles for purchase.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Bolt</a:t>
            </a:r>
          </a:p>
        </p:txBody>
      </p:sp>
      <p:sp>
        <p:nvSpPr>
          <p:cNvPr id="3" name="Content Placeholder 2"/>
          <p:cNvSpPr>
            <a:spLocks noGrp="1"/>
          </p:cNvSpPr>
          <p:nvPr>
            <p:ph idx="1"/>
          </p:nvPr>
        </p:nvSpPr>
        <p:spPr/>
        <p:txBody>
          <a:bodyPr/>
          <a:lstStyle/>
          <a:p>
            <a:pPr/>
            <a:r>
              <a:t>🌐 Website: https://bolt.new/pricing</a:t>
            </a:r>
          </a:p>
          <a:p>
            <a:pPr/>
            <a:r>
              <a:t>💰 Pricing: Unknown</a:t>
            </a:r>
          </a:p>
          <a:p>
            <a:pPr/>
            <a:r>
              <a:t>💰 Details: Unknown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Recommendations / Analysis</a:t>
            </a:r>
          </a:p>
        </p:txBody>
      </p:sp>
      <p:sp>
        <p:nvSpPr>
          <p:cNvPr id="3" name="Content Placeholder 2"/>
          <p:cNvSpPr>
            <a:spLocks noGrp="1"/>
          </p:cNvSpPr>
          <p:nvPr>
            <p:ph idx="1"/>
          </p:nvPr>
        </p:nvSpPr>
        <p:spPr/>
        <p:txBody>
          <a:bodyPr/>
          <a:lstStyle/>
          <a:p>
            <a:pPr/>
            <a:r>
              <a:t>{</a:t>
            </a:r>
          </a:p>
          <a:p>
            <a:pPr/>
            <a:r>
              <a:t>"primary_choice": "Lyft",</a:t>
            </a:r>
          </a:p>
          <a:p>
            <a:pPr/>
            <a:r>
              <a:t>"backup_options": ["DiDi", "Ola", "Bolt"],</a:t>
            </a:r>
          </a:p>
          <a:p>
            <a:pPr/>
            <a:r>
              <a:t>"summary": "Lyft stands out as a viable alternative to Uber, particularly for managing business travel and expenses efficiently. While DiDi and Bolt have unclear offerings, Ola focuses on electric scooters and motorcycles, which may not align with the user's needs for ride-sharing. Lyft's integration capabilities with platforms like Concur and Expensify make it a strong choice for business users.",</a:t>
            </a:r>
          </a:p>
          <a:p>
            <a:pPr/>
            <a:r>
              <a:t>"selection_criteria": [</a:t>
            </a:r>
          </a:p>
          <a:p>
            <a:pPr/>
            <a:r>
              <a:t>"on-demand ride-sharing",</a:t>
            </a:r>
          </a:p>
          <a:p>
            <a:pPr/>
            <a:r>
              <a:t>"business travel management",</a:t>
            </a:r>
          </a:p>
          <a:p>
            <a:pPr/>
            <a:r>
              <a:t>"integration capabilities",</a:t>
            </a:r>
          </a:p>
          <a:p>
            <a:pPr/>
            <a:r>
              <a:t>"regional availability"</a:t>
            </a:r>
          </a:p>
          <a:p>
            <a:pPr/>
            <a:r>
              <a:t>],</a:t>
            </a:r>
          </a:p>
          <a:p>
            <a:pPr/>
            <a:r>
              <a:t>"tradeoffs": [</a:t>
            </a:r>
          </a:p>
          <a:p>
            <a:pPr/>
            <a:r>
              <a:t>"Lyft offers strong business integration but may have limited availability in some regions compared to Uber.",</a:t>
            </a:r>
          </a:p>
          <a:p>
            <a:pPr/>
            <a:r>
              <a:t>"DiDi and Bolt lack clear offerings, making them less reliable choices for ride-sharing.",</a:t>
            </a:r>
          </a:p>
          <a:p>
            <a:pPr/>
            <a:r>
              <a:t>"Ola focuses on electric vehicles rather than ride-sharing, which may not meet the user's needs."</a:t>
            </a:r>
          </a:p>
          <a:p>
            <a:pPr/>
            <a:r>
              <a:t>],</a:t>
            </a:r>
          </a:p>
          <a:p>
            <a:pPr/>
            <a:r>
              <a:t>"step_by_step_decision_guide": [</a:t>
            </a:r>
          </a:p>
          <a:p>
            <a:pPr/>
            <a:r>
              <a:t>"Identify your primary use case: Are you looking for personal rides or business travel management?",</a:t>
            </a:r>
          </a:p>
          <a:p>
            <a:pPr/>
            <a:r>
              <a:t>"Evaluate the regional availability of Lyft and other alternatives in your area.",</a:t>
            </a:r>
          </a:p>
          <a:p>
            <a:pPr/>
            <a:r>
              <a:t>"Consider the integration capabilities of each option with your existing tools.",</a:t>
            </a:r>
          </a:p>
          <a:p>
            <a:pPr/>
            <a:r>
              <a:t>"Assess the pricing models and determine which fits your budget.",</a:t>
            </a:r>
          </a:p>
          <a:p>
            <a:pPr/>
            <a:r>
              <a:t>"Review user feedback and ratings for each service to gauge reliability and user experience.",</a:t>
            </a:r>
          </a:p>
          <a:p>
            <a:pPr/>
            <a:r>
              <a:t>"Make a decision based on which option best aligns with your specific needs and constraints."</a:t>
            </a:r>
          </a:p>
          <a:p>
            <a:pPr/>
            <a:r>
              <a:t>]</a:t>
            </a:r>
          </a:p>
          <a:p>
            <a:pPr/>
            <a:r>
              <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