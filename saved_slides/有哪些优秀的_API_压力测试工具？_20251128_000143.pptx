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有哪些优秀的 API 压力测试工具？</a:t>
            </a:r>
          </a:p>
        </p:txBody>
      </p:sp>
      <p:sp>
        <p:nvSpPr>
          <p:cNvPr id="3" name="Subtitle 2"/>
          <p:cNvSpPr>
            <a:spLocks noGrp="1"/>
          </p:cNvSpPr>
          <p:nvPr>
            <p:ph type="subTitle" idx="1"/>
          </p:nvPr>
        </p:nvSpPr>
        <p:spPr/>
        <p:txBody>
          <a:bodyPr/>
          <a:lstStyle/>
          <a:p>
            <a:r>
              <a:t>Generated on 2025-11-28 00:01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Postman</a:t>
            </a:r>
          </a:p>
        </p:txBody>
      </p:sp>
      <p:sp>
        <p:nvSpPr>
          <p:cNvPr id="3" name="Content Placeholder 2"/>
          <p:cNvSpPr>
            <a:spLocks noGrp="1"/>
          </p:cNvSpPr>
          <p:nvPr>
            <p:ph idx="1"/>
          </p:nvPr>
        </p:nvSpPr>
        <p:spPr/>
        <p:txBody>
          <a:bodyPr/>
          <a:lstStyle/>
          <a:p>
            <a:pPr/>
            <a:r>
              <a:t>🌐 Website: https://www.postman.com/</a:t>
            </a:r>
          </a:p>
          <a:p>
            <a:pPr/>
            <a:r>
              <a:t>💰 Pricing: Freemium</a:t>
            </a:r>
          </a:p>
          <a:p>
            <a:pPr/>
            <a:r>
              <a:t>📖 Open Source: False</a:t>
            </a:r>
          </a:p>
          <a:p>
            <a:pPr/>
            <a:r>
              <a:t>📝 Summary:</a:t>
            </a:r>
          </a:p>
          <a:p>
            <a:pPr lvl="1"/>
            <a:r>
              <a:t>Postman is a platform that unifies API design, testing, documentation, monitoring, and discovery for teams.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Swagger UI</a:t>
            </a:r>
          </a:p>
        </p:txBody>
      </p:sp>
      <p:sp>
        <p:nvSpPr>
          <p:cNvPr id="3" name="Content Placeholder 2"/>
          <p:cNvSpPr>
            <a:spLocks noGrp="1"/>
          </p:cNvSpPr>
          <p:nvPr>
            <p:ph idx="1"/>
          </p:nvPr>
        </p:nvSpPr>
        <p:spPr/>
        <p:txBody>
          <a:bodyPr/>
          <a:lstStyle/>
          <a:p>
            <a:pPr/>
            <a:r>
              <a:t>🌐 Website: https://swagger.io/tools/swagger-ui/</a:t>
            </a:r>
          </a:p>
          <a:p>
            <a:pPr/>
            <a:r>
              <a:t>💰 Pricing: Free</a:t>
            </a:r>
          </a:p>
          <a:p>
            <a:pPr/>
            <a:r>
              <a:t>📖 Open Source: True</a:t>
            </a:r>
          </a:p>
          <a:p>
            <a:pPr/>
            <a:r>
              <a:t>🛠 Tech Stack:</a:t>
            </a:r>
          </a:p>
          <a:p>
            <a:pPr lvl="1"/>
            <a:r>
              <a:t>- JavaScript</a:t>
            </a:r>
          </a:p>
          <a:p>
            <a:pPr lvl="1"/>
            <a:r>
              <a:t>- OpenAPI Specification</a:t>
            </a:r>
          </a:p>
          <a:p>
            <a:pPr/>
            <a:r>
              <a:t>📝 Summary:</a:t>
            </a:r>
          </a:p>
          <a:p>
            <a:pPr lvl="1"/>
            <a:r>
              <a:t>An open source tool that generates interactive API documentation from OpenAPI specs for easy exploration and testing.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Katalon</a:t>
            </a:r>
          </a:p>
        </p:txBody>
      </p:sp>
      <p:sp>
        <p:nvSpPr>
          <p:cNvPr id="3" name="Content Placeholder 2"/>
          <p:cNvSpPr>
            <a:spLocks noGrp="1"/>
          </p:cNvSpPr>
          <p:nvPr>
            <p:ph idx="1"/>
          </p:nvPr>
        </p:nvSpPr>
        <p:spPr/>
        <p:txBody>
          <a:bodyPr/>
          <a:lstStyle/>
          <a:p>
            <a:pPr/>
            <a:r>
              <a:t>🌐 Website: https://katalon.com/</a:t>
            </a:r>
          </a:p>
          <a:p>
            <a:pPr/>
            <a:r>
              <a:t>💰 Pricing: Freemium</a:t>
            </a:r>
          </a:p>
          <a:p>
            <a:pPr/>
            <a:r>
              <a:t>📖 Open Source: False</a:t>
            </a:r>
          </a:p>
          <a:p>
            <a:pPr/>
            <a:r>
              <a:t>📝 Summary:</a:t>
            </a:r>
          </a:p>
          <a:p>
            <a:pPr lvl="1"/>
            <a:r>
              <a:t>AI-powered test automation platform that accelerates test creation, execution, and maintenance.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SoapUI</a:t>
            </a:r>
          </a:p>
        </p:txBody>
      </p:sp>
      <p:sp>
        <p:nvSpPr>
          <p:cNvPr id="3" name="Content Placeholder 2"/>
          <p:cNvSpPr>
            <a:spLocks noGrp="1"/>
          </p:cNvSpPr>
          <p:nvPr>
            <p:ph idx="1"/>
          </p:nvPr>
        </p:nvSpPr>
        <p:spPr/>
        <p:txBody>
          <a:bodyPr/>
          <a:lstStyle/>
          <a:p>
            <a:pPr/>
            <a:r>
              <a:t>🌐 Website: https://www.soapui.org/</a:t>
            </a:r>
          </a:p>
          <a:p>
            <a:pPr/>
            <a:r>
              <a:t>💰 Pricing: Freemium</a:t>
            </a:r>
          </a:p>
          <a:p>
            <a:pPr/>
            <a:r>
              <a:t>💰 Details: SoapUI Open Source is free; ReadyAPI is paid with advanced features</a:t>
            </a:r>
          </a:p>
          <a:p>
            <a:pPr/>
            <a:r>
              <a:t>📖 Open Source: True</a:t>
            </a:r>
          </a:p>
          <a:p>
            <a:pPr/>
            <a:r>
              <a:t>📝 Summary:</a:t>
            </a:r>
          </a:p>
          <a:p>
            <a:pPr lvl="1"/>
            <a:r>
              <a:t>SoapUI is an open source tool for testing REST, SOAP, and GraphQL APIs with support for automation and collaboration.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"SoapUI",</a:t>
            </a:r>
          </a:p>
          <a:p>
            <a:pPr/>
            <a:r>
              <a:t>"backup_options": ["Postman", "Katalon"],</a:t>
            </a:r>
          </a:p>
          <a:p>
            <a:pPr/>
            <a:r>
              <a:t>"summary": "For API load testing, SoapUI stands out as the best choice among the provided tools due to its open source nature and specific focus on testing REST, SOAP, and GraphQL APIs with automation and collaboration features. Postman, while excellent for API design, testing, and monitoring, is more general-purpose and less specialized in load testing. Katalon offers AI-powered test automation but lacks explicit emphasis on load testing capabilities. Swagger UI is primarily for interactive API documentation and exploration, not load testing.",</a:t>
            </a:r>
          </a:p>
          <a:p>
            <a:pPr/>
            <a:r>
              <a:t>"selection_criteria": [</a:t>
            </a:r>
          </a:p>
          <a:p>
            <a:pPr/>
            <a:r>
              <a:t>"Specific support for API load testing",</a:t>
            </a:r>
          </a:p>
          <a:p>
            <a:pPr/>
            <a:r>
              <a:t>"Open source vs proprietary licensing",</a:t>
            </a:r>
          </a:p>
          <a:p>
            <a:pPr/>
            <a:r>
              <a:t>"Automation and collaboration features",</a:t>
            </a:r>
          </a:p>
          <a:p>
            <a:pPr/>
            <a:r>
              <a:t>"Integration capabilities with CI/CD and developer tools",</a:t>
            </a:r>
          </a:p>
          <a:p>
            <a:pPr/>
            <a:r>
              <a:t>"Budget constraints (free vs paid tiers)",</a:t>
            </a:r>
          </a:p>
          <a:p>
            <a:pPr/>
            <a:r>
              <a:t>"Ease of use and learning curve"</a:t>
            </a:r>
          </a:p>
          <a:p>
            <a:pPr/>
            <a:r>
              <a:t>],</a:t>
            </a:r>
          </a:p>
          <a:p>
            <a:pPr/>
            <a:r>
              <a:t>"tradeoffs": [</a:t>
            </a:r>
          </a:p>
          <a:p>
            <a:pPr/>
            <a:r>
              <a:t>"SoapUI offers strong load testing features and is open source but may require more setup compared to Postman.",</a:t>
            </a:r>
          </a:p>
          <a:p>
            <a:pPr/>
            <a:r>
              <a:t>"Postman provides a broader API lifecycle platform but may lack advanced load testing capabilities.",</a:t>
            </a:r>
          </a:p>
          <a:p>
            <a:pPr/>
            <a:r>
              <a:t>"Katalon includes AI-powered automation which can speed up test creation but may not focus on load testing specifically.",</a:t>
            </a:r>
          </a:p>
          <a:p>
            <a:pPr/>
            <a:r>
              <a:t>"Swagger UI is free and open source but is not designed for load testing, only for API documentation and exploration."</a:t>
            </a:r>
          </a:p>
          <a:p>
            <a:pPr/>
            <a:r>
              <a:t>],</a:t>
            </a:r>
          </a:p>
          <a:p>
            <a:pPr/>
            <a:r>
              <a:t>"step_by_step_decision_guide": [</a:t>
            </a:r>
          </a:p>
          <a:p>
            <a:pPr/>
            <a:r>
              <a:t>"Determine if you need a dedicated load testing tool or a general API testing platform.",</a:t>
            </a:r>
          </a:p>
          <a:p>
            <a:pPr/>
            <a:r>
              <a:t>"If load testing is a priority and open source is preferred, choose SoapUI.",</a:t>
            </a:r>
          </a:p>
          <a:p>
            <a:pPr/>
            <a:r>
              <a:t>"If you want an all-in-one API platform with some testing capabilities and prefer a freemium SaaS model, consider Postman.",</a:t>
            </a:r>
          </a:p>
          <a:p>
            <a:pPr/>
            <a:r>
              <a:t>"If interested in AI-assisted test automation and can compromise on load testing focus, evaluate Katalon.",</a:t>
            </a:r>
          </a:p>
          <a:p>
            <a:pPr/>
            <a:r>
              <a:t>"Avoid Swagger UI for load testing as it is designed for API documentation and exploration only.",</a:t>
            </a:r>
          </a:p>
          <a:p>
            <a:pPr/>
            <a:r>
              <a:t>"Consider integration needs with your existing CI/CD and collaboration tools when making the final choice."</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