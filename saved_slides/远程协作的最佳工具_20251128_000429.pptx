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远程协作的最佳工具</a:t>
            </a:r>
          </a:p>
        </p:txBody>
      </p:sp>
      <p:sp>
        <p:nvSpPr>
          <p:cNvPr id="3" name="Subtitle 2"/>
          <p:cNvSpPr>
            <a:spLocks noGrp="1"/>
          </p:cNvSpPr>
          <p:nvPr>
            <p:ph type="subTitle" idx="1"/>
          </p:nvPr>
        </p:nvSpPr>
        <p:spPr/>
        <p:txBody>
          <a:bodyPr/>
          <a:lstStyle/>
          <a:p>
            <a:r>
              <a:t>Generated on 2025-11-28 00:04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Zoom</a:t>
            </a:r>
          </a:p>
        </p:txBody>
      </p:sp>
      <p:sp>
        <p:nvSpPr>
          <p:cNvPr id="3" name="Content Placeholder 2"/>
          <p:cNvSpPr>
            <a:spLocks noGrp="1"/>
          </p:cNvSpPr>
          <p:nvPr>
            <p:ph idx="1"/>
          </p:nvPr>
        </p:nvSpPr>
        <p:spPr/>
        <p:txBody>
          <a:bodyPr/>
          <a:lstStyle/>
          <a:p>
            <a:pPr/>
            <a:r>
              <a:t>🌐 Website: https://www.zoom.com/</a:t>
            </a:r>
          </a:p>
          <a:p>
            <a:pPr/>
            <a:r>
              <a:t>💰 Pricing: Freemium</a:t>
            </a:r>
          </a:p>
          <a:p>
            <a:pPr/>
            <a:r>
              <a:t>📖 Open Source: False</a:t>
            </a:r>
          </a:p>
          <a:p>
            <a:pPr/>
            <a:r>
              <a:t>📝 Summary:</a:t>
            </a:r>
          </a:p>
          <a:p>
            <a:pPr lvl="1"/>
            <a:r>
              <a:t>Zoom provides a cloud-based platform for video meetings, chat, and collaboration with AI enhancements.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Slack</a:t>
            </a:r>
          </a:p>
        </p:txBody>
      </p:sp>
      <p:sp>
        <p:nvSpPr>
          <p:cNvPr id="3" name="Content Placeholder 2"/>
          <p:cNvSpPr>
            <a:spLocks noGrp="1"/>
          </p:cNvSpPr>
          <p:nvPr>
            <p:ph idx="1"/>
          </p:nvPr>
        </p:nvSpPr>
        <p:spPr/>
        <p:txBody>
          <a:bodyPr/>
          <a:lstStyle/>
          <a:p>
            <a:pPr/>
            <a:r>
              <a:t>🌐 Website: https://slack.com/</a:t>
            </a:r>
          </a:p>
          <a:p>
            <a:pPr/>
            <a:r>
              <a:t>💰 Pricing: Freemium</a:t>
            </a:r>
          </a:p>
          <a:p>
            <a:pPr/>
            <a:r>
              <a:t>💰 Details: Free tier available; paid plans with additional features</a:t>
            </a:r>
          </a:p>
          <a:p>
            <a:pPr/>
            <a:r>
              <a:t>📖 Open Source: False</a:t>
            </a:r>
          </a:p>
          <a:p>
            <a:pPr/>
            <a:r>
              <a:t>📝 Summary:</a:t>
            </a:r>
          </a:p>
          <a:p>
            <a:pPr lvl="1"/>
            <a:r>
              <a:t>Slack is a collaboration platform that brings people, apps, and AI agents together to communicate and automate workflows.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Microsoft Teams</a:t>
            </a:r>
          </a:p>
        </p:txBody>
      </p:sp>
      <p:sp>
        <p:nvSpPr>
          <p:cNvPr id="3" name="Content Placeholder 2"/>
          <p:cNvSpPr>
            <a:spLocks noGrp="1"/>
          </p:cNvSpPr>
          <p:nvPr>
            <p:ph idx="1"/>
          </p:nvPr>
        </p:nvSpPr>
        <p:spPr/>
        <p:txBody>
          <a:bodyPr/>
          <a:lstStyle/>
          <a:p>
            <a:pPr/>
            <a:r>
              <a:t>🌐 Website: https://www.microsoft.com/en-us/microsoft-teams/group-chat-software</a:t>
            </a:r>
          </a:p>
          <a:p>
            <a:pPr/>
            <a:r>
              <a:t>💰 Pricing: Freemium</a:t>
            </a:r>
          </a:p>
          <a:p>
            <a:pPr/>
            <a:r>
              <a:t>💰 Details: Free tier available; paid plans with Microsoft 365 subscriptions</a:t>
            </a:r>
          </a:p>
          <a:p>
            <a:pPr/>
            <a:r>
              <a:t>📖 Open Source: False</a:t>
            </a:r>
          </a:p>
          <a:p>
            <a:pPr/>
            <a:r>
              <a:t>📝 Summary:</a:t>
            </a:r>
          </a:p>
          <a:p>
            <a:pPr lvl="1"/>
            <a:r>
              <a:t>Microsoft Teams is a collaboration platform that integrates chat, video meetings, file storage, and workflow automation to enhance team productivity.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Custify</a:t>
            </a:r>
          </a:p>
        </p:txBody>
      </p:sp>
      <p:sp>
        <p:nvSpPr>
          <p:cNvPr id="3" name="Content Placeholder 2"/>
          <p:cNvSpPr>
            <a:spLocks noGrp="1"/>
          </p:cNvSpPr>
          <p:nvPr>
            <p:ph idx="1"/>
          </p:nvPr>
        </p:nvSpPr>
        <p:spPr/>
        <p:txBody>
          <a:bodyPr/>
          <a:lstStyle/>
          <a:p>
            <a:pPr/>
            <a:r>
              <a:t>🌐 Website: https://www.custify.com/</a:t>
            </a:r>
          </a:p>
          <a:p>
            <a:pPr/>
            <a:r>
              <a:t>💰 Pricing: Unknown</a:t>
            </a:r>
          </a:p>
          <a:p>
            <a:pPr/>
            <a:r>
              <a:t>📖 Open Source: False</a:t>
            </a:r>
          </a:p>
          <a:p>
            <a:pPr/>
            <a:r>
              <a:t>📝 Summary:</a:t>
            </a:r>
          </a:p>
          <a:p>
            <a:pPr lvl="1"/>
            <a:r>
              <a:t>Custify is a customer success platform that helps SaaS companies reduce churn, improve onboarding, and identify upsell opportunities by consolidating customer data and automating actionable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"Microsoft Teams",</a:t>
            </a:r>
          </a:p>
          <a:p>
            <a:pPr/>
            <a:r>
              <a:t>"backup_options": ["Zoom", "Slack"],</a:t>
            </a:r>
          </a:p>
          <a:p>
            <a:pPr/>
            <a:r>
              <a:t>"summary": "Microsoft Teams offers a comprehensive collaboration platform integrating chat, video meetings, file storage, and workflow automation, making it ideal for remote collaboration especially for organizations already using Microsoft 365. Zoom specializes in video meetings with AI enhancements and strong integration capabilities, suitable for teams prioritizing video communication. Slack focuses on chat and workflow automation with extensive app integrations, making it a strong choice for teams emphasizing messaging and automation.",</a:t>
            </a:r>
          </a:p>
          <a:p>
            <a:pPr/>
            <a:r>
              <a:t>"selection_criteria": [</a:t>
            </a:r>
          </a:p>
          <a:p>
            <a:pPr/>
            <a:r>
              <a:t>"Integration with existing productivity tools (e.g., Microsoft 365, Google Workspace)",</a:t>
            </a:r>
          </a:p>
          <a:p>
            <a:pPr/>
            <a:r>
              <a:t>"Primary collaboration mode (video meetings vs chat and messaging)",</a:t>
            </a:r>
          </a:p>
          <a:p>
            <a:pPr/>
            <a:r>
              <a:t>"Budget constraints and availability of free tiers",</a:t>
            </a:r>
          </a:p>
          <a:p>
            <a:pPr/>
            <a:r>
              <a:t>"Need for workflow automation",</a:t>
            </a:r>
          </a:p>
          <a:p>
            <a:pPr/>
            <a:r>
              <a:t>"Language support for global teams"</a:t>
            </a:r>
          </a:p>
          <a:p>
            <a:pPr/>
            <a:r>
              <a:t>],</a:t>
            </a:r>
          </a:p>
          <a:p>
            <a:pPr/>
            <a:r>
              <a:t>"tradeoffs": [</a:t>
            </a:r>
          </a:p>
          <a:p>
            <a:pPr/>
            <a:r>
              <a:t>"Microsoft Teams offers an all-in-one solution but may require Microsoft 365 subscriptions for full features.",</a:t>
            </a:r>
          </a:p>
          <a:p>
            <a:pPr/>
            <a:r>
              <a:t>"Zoom excels in video meeting quality and AI enhancements but is less focused on chat and file storage.",</a:t>
            </a:r>
          </a:p>
          <a:p>
            <a:pPr/>
            <a:r>
              <a:t>"Slack provides extensive app integrations and workflow automation but may require multiple tools for video meetings."</a:t>
            </a:r>
          </a:p>
          <a:p>
            <a:pPr/>
            <a:r>
              <a:t>],</a:t>
            </a:r>
          </a:p>
          <a:p>
            <a:pPr/>
            <a:r>
              <a:t>"step_by_step_decision_guide": [</a:t>
            </a:r>
          </a:p>
          <a:p>
            <a:pPr/>
            <a:r>
              <a:t>"Assess your team's primary collaboration needs: video meetings, chat, file sharing, or workflow automation.",</a:t>
            </a:r>
          </a:p>
          <a:p>
            <a:pPr/>
            <a:r>
              <a:t>"Check existing software ecosystem compatibility (e.g., Microsoft 365, Google Workspace).",</a:t>
            </a:r>
          </a:p>
          <a:p>
            <a:pPr/>
            <a:r>
              <a:t>"Evaluate budget and whether a freemium model meets your needs or paid plans are required.",</a:t>
            </a:r>
          </a:p>
          <a:p>
            <a:pPr/>
            <a:r>
              <a:t>"Consider language support if your team is multilingual.",</a:t>
            </a:r>
          </a:p>
          <a:p>
            <a:pPr/>
            <a:r>
              <a:t>"Test free tiers or trials of Microsoft Teams, Zoom, and Slack to gauge user experience and feature fit.",</a:t>
            </a:r>
          </a:p>
          <a:p>
            <a:pPr/>
            <a:r>
              <a:t>"Choose Microsoft Teams if you want an integrated all-in-one platform, Zoom if video meetings are paramount, or Slack if chat and app integrations are your priority."</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