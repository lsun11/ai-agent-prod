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 Terraform 的替代 IaC 工具？</a:t>
            </a:r>
          </a:p>
        </p:txBody>
      </p:sp>
      <p:sp>
        <p:nvSpPr>
          <p:cNvPr id="3" name="Subtitle 2"/>
          <p:cNvSpPr>
            <a:spLocks noGrp="1"/>
          </p:cNvSpPr>
          <p:nvPr>
            <p:ph type="subTitle" idx="1"/>
          </p:nvPr>
        </p:nvSpPr>
        <p:spPr/>
        <p:txBody>
          <a:bodyPr/>
          <a:lstStyle/>
          <a:p>
            <a:r>
              <a:t>Generated on 2025-11-27 16:06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Pulumi</a:t>
            </a:r>
          </a:p>
        </p:txBody>
      </p:sp>
      <p:sp>
        <p:nvSpPr>
          <p:cNvPr id="3" name="Content Placeholder 2"/>
          <p:cNvSpPr>
            <a:spLocks noGrp="1"/>
          </p:cNvSpPr>
          <p:nvPr>
            <p:ph idx="1"/>
          </p:nvPr>
        </p:nvSpPr>
        <p:spPr/>
        <p:txBody>
          <a:bodyPr/>
          <a:lstStyle/>
          <a:p>
            <a:pPr/>
            <a:r>
              <a:t>🌐 Website: https://www.pulumi.com/pricing/</a:t>
            </a:r>
          </a:p>
          <a:p>
            <a:pPr/>
            <a:r>
              <a:t>💰 Pricing: Freemium</a:t>
            </a:r>
          </a:p>
          <a:p>
            <a:pPr/>
            <a:r>
              <a:t>💰 Details: Free for individuals; $40/mo for teams; $400/mo for enterprise</a:t>
            </a:r>
          </a:p>
          <a:p>
            <a:pPr/>
            <a:r>
              <a:t>📖 Open Source: False</a:t>
            </a:r>
          </a:p>
          <a:p>
            <a:pPr/>
            <a:r>
              <a:t>🛠 Tech Stack:</a:t>
            </a:r>
          </a:p>
          <a:p>
            <a:pPr lvl="1"/>
            <a:r>
              <a:t>- Cloud providers</a:t>
            </a:r>
          </a:p>
          <a:p>
            <a:pPr lvl="1"/>
            <a:r>
              <a:t>- Kubernetes</a:t>
            </a:r>
          </a:p>
          <a:p>
            <a:pPr lvl="1"/>
            <a:r>
              <a:t>- Docker</a:t>
            </a:r>
          </a:p>
          <a:p>
            <a:pPr/>
            <a:r>
              <a:t>📝 Summary:</a:t>
            </a:r>
          </a:p>
          <a:p>
            <a:pPr lvl="1"/>
            <a:r>
              <a:t>Pulumi enables users to manage cloud infrastructure using familiar programming languages.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CloudFormation</a:t>
            </a:r>
          </a:p>
        </p:txBody>
      </p:sp>
      <p:sp>
        <p:nvSpPr>
          <p:cNvPr id="3" name="Content Placeholder 2"/>
          <p:cNvSpPr>
            <a:spLocks noGrp="1"/>
          </p:cNvSpPr>
          <p:nvPr>
            <p:ph idx="1"/>
          </p:nvPr>
        </p:nvSpPr>
        <p:spPr/>
        <p:txBody>
          <a:bodyPr/>
          <a:lstStyle/>
          <a:p>
            <a:pPr/>
            <a:r>
              <a:t>🌐 Website: https://aws.amazon.com/cloudformation/pricing/</a:t>
            </a:r>
          </a:p>
          <a:p>
            <a:pPr/>
            <a:r>
              <a:t>💰 Pricing: Unknown</a:t>
            </a:r>
          </a:p>
          <a:p>
            <a:pPr/>
            <a:r>
              <a:t>💰 Details: Unknown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Resource Manager</a:t>
            </a:r>
          </a:p>
        </p:txBody>
      </p:sp>
      <p:sp>
        <p:nvSpPr>
          <p:cNvPr id="3" name="Content Placeholder 2"/>
          <p:cNvSpPr>
            <a:spLocks noGrp="1"/>
          </p:cNvSpPr>
          <p:nvPr>
            <p:ph idx="1"/>
          </p:nvPr>
        </p:nvSpPr>
        <p:spPr/>
        <p:txBody>
          <a:bodyPr/>
          <a:lstStyle/>
          <a:p>
            <a:pPr/>
            <a:r>
              <a:t>🌐 Website: https://azure.microsoft.com/en-us/pricing</a:t>
            </a:r>
          </a:p>
          <a:p>
            <a:pPr/>
            <a:r>
              <a:t>💰 Pricing: Unknown</a:t>
            </a:r>
          </a:p>
          <a:p>
            <a:pPr/>
            <a:r>
              <a:t>📖 Open Source: False</a:t>
            </a:r>
          </a:p>
          <a:p>
            <a:pPr/>
            <a:r>
              <a:t>📝 Summary:</a:t>
            </a:r>
          </a:p>
          <a:p>
            <a:pPr lvl="1"/>
            <a:r>
              <a:t>Azure Resource Manager provides a unified management layer for deploying and managing Azure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Spacelift</a:t>
            </a:r>
          </a:p>
        </p:txBody>
      </p:sp>
      <p:sp>
        <p:nvSpPr>
          <p:cNvPr id="3" name="Content Placeholder 2"/>
          <p:cNvSpPr>
            <a:spLocks noGrp="1"/>
          </p:cNvSpPr>
          <p:nvPr>
            <p:ph idx="1"/>
          </p:nvPr>
        </p:nvSpPr>
        <p:spPr/>
        <p:txBody>
          <a:bodyPr/>
          <a:lstStyle/>
          <a:p>
            <a:pPr/>
            <a:r>
              <a:t>🌐 Website: https://spacelift.io/pricing</a:t>
            </a:r>
          </a:p>
          <a:p>
            <a:pPr/>
            <a:r>
              <a:t>💰 Pricing: Unknown</a:t>
            </a:r>
          </a:p>
          <a:p>
            <a:pPr/>
            <a:r>
              <a:t>💰 Details: Unknown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"Pulumi",</a:t>
            </a:r>
          </a:p>
          <a:p>
            <a:pPr/>
            <a:r>
              <a:t>"backup_options": [</a:t>
            </a:r>
          </a:p>
          <a:p>
            <a:pPr/>
            <a:r>
              <a:t>"AWS CloudFormation",</a:t>
            </a:r>
          </a:p>
          <a:p>
            <a:pPr/>
            <a:r>
              <a:t>"Azure Resource Manager"</a:t>
            </a:r>
          </a:p>
          <a:p>
            <a:pPr/>
            <a:r>
              <a:t>],</a:t>
            </a:r>
          </a:p>
          <a:p>
            <a:pPr/>
            <a:r>
              <a:t>"summary": "Pulumi stands out as a modern alternative to Terraform, allowing users to manage cloud infrastructure using familiar programming languages, which can be beneficial for teams with strong coding skills. AWS CloudFormation and Azure Resource Manager are more traditional IaC tools but are limited to their respective cloud environments, making them less flexible than Pulumi for multi-cloud strategies.",</a:t>
            </a:r>
          </a:p>
          <a:p>
            <a:pPr/>
            <a:r>
              <a:t>"selection_criteria": [</a:t>
            </a:r>
          </a:p>
          <a:p>
            <a:pPr/>
            <a:r>
              <a:t>"familiarity with programming languages",</a:t>
            </a:r>
          </a:p>
          <a:p>
            <a:pPr/>
            <a:r>
              <a:t>"multi-cloud support",</a:t>
            </a:r>
          </a:p>
          <a:p>
            <a:pPr/>
            <a:r>
              <a:t>"budget considerations",</a:t>
            </a:r>
          </a:p>
          <a:p>
            <a:pPr/>
            <a:r>
              <a:t>"team collaboration features"</a:t>
            </a:r>
          </a:p>
          <a:p>
            <a:pPr/>
            <a:r>
              <a:t>],</a:t>
            </a:r>
          </a:p>
          <a:p>
            <a:pPr/>
            <a:r>
              <a:t>"tradeoffs": [</a:t>
            </a:r>
          </a:p>
          <a:p>
            <a:pPr/>
            <a:r>
              <a:t>"Pulumi offers flexibility and modern language support but comes with a cost for teams and enterprises.",</a:t>
            </a:r>
          </a:p>
          <a:p>
            <a:pPr/>
            <a:r>
              <a:t>"AWS CloudFormation and Azure Resource Manager are free to use but are limited to their respective cloud platforms."</a:t>
            </a:r>
          </a:p>
          <a:p>
            <a:pPr/>
            <a:r>
              <a:t>],</a:t>
            </a:r>
          </a:p>
          <a:p>
            <a:pPr/>
            <a:r>
              <a:t>"step_by_step_decision_guide": [</a:t>
            </a:r>
          </a:p>
          <a:p>
            <a:pPr/>
            <a:r>
              <a:t>"Assess your team's programming language proficiency to determine if Pulumi's model fits.",</a:t>
            </a:r>
          </a:p>
          <a:p>
            <a:pPr/>
            <a:r>
              <a:t>"Evaluate your cloud strategy: if you are using multiple cloud providers, Pulumi may be the best choice.",</a:t>
            </a:r>
          </a:p>
          <a:p>
            <a:pPr/>
            <a:r>
              <a:t>"Consider your budget: if cost is a concern, explore the free options like AWS CloudFormation or Azure Resource Manager.",</a:t>
            </a:r>
          </a:p>
          <a:p>
            <a:pPr/>
            <a:r>
              <a:t>"Review the specific features and integrations each tool offers to see which aligns best with your workflow.",</a:t>
            </a:r>
          </a:p>
          <a:p>
            <a:pPr/>
            <a:r>
              <a:t>"Test out Pulumi with a small project to gauge its usability and effectiveness for your needs."</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