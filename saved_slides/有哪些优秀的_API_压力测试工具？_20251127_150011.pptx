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有哪些优秀的 API 压力测试工具？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15:00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Apache JMeter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https://jmeter.apache.org/</a:t>
            </a:r>
          </a:p>
          <a:p>
            <a:pPr/>
            <a:r>
              <a:t>💰 Pricing: Free</a:t>
            </a:r>
          </a:p>
          <a:p>
            <a:pPr/>
            <a:r>
              <a:t>📖 Open Source: True</a:t>
            </a:r>
          </a:p>
          <a:p>
            <a:pPr/>
            <a:r>
              <a:t>🛠 Tech Stack:</a:t>
            </a:r>
          </a:p>
          <a:p>
            <a:pPr lvl="1"/>
            <a:r>
              <a:t>- Java</a:t>
            </a:r>
          </a:p>
          <a:p>
            <a:pPr/>
            <a:r>
              <a:t>📝 Summary:</a:t>
            </a:r>
          </a:p>
          <a:p>
            <a:pPr lvl="1"/>
            <a:r>
              <a:t>Apache JMeter is an open-source tool designed for load testing and measuring the performance of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TestSprite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https://www.testsprite.com/</a:t>
            </a:r>
          </a:p>
          <a:p>
            <a:pPr/>
            <a:r>
              <a:t>💰 Pricing: Freemium</a:t>
            </a:r>
          </a:p>
          <a:p>
            <a:pPr/>
            <a:r>
              <a:t>💰 Details: Exclusive Limited-Time FREE</a:t>
            </a:r>
          </a:p>
          <a:p>
            <a:pPr/>
            <a:r>
              <a:t>📖 Open Source: False</a:t>
            </a:r>
          </a:p>
          <a:p>
            <a:pPr/>
            <a:r>
              <a:t>📝 Summary:</a:t>
            </a:r>
          </a:p>
          <a:p>
            <a:pPr lvl="1"/>
            <a:r>
              <a:t>TestSprite is an AI agent that automates the entire software testing process, enabling users to turn draft code into working software effortlessly.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SOAtest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https://www.parasoft.com/pricing/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{</a:t>
            </a:r>
          </a:p>
          <a:p>
            <a:pPr/>
            <a:r>
              <a:t>"primary_choice": "Apache JMeter",</a:t>
            </a:r>
          </a:p>
          <a:p>
            <a:pPr/>
            <a:r>
              <a:t>"backup_options": [],</a:t>
            </a:r>
          </a:p>
          <a:p>
            <a:pPr/>
            <a:r>
              <a:t>"summary": "Apache JMeter is a robust open-source tool specifically designed for load testing and performance measurement of applications, making it an excellent choice for users looking to conduct API load testing. It supports a wide range of protocols and is free to use, which is beneficial for those on a budget. Other options like TestSprite and SOAtest do not align closely with the primary use case of load testing APIs.",</a:t>
            </a:r>
          </a:p>
          <a:p>
            <a:pPr/>
            <a:r>
              <a:t>"selection_criteria": [</a:t>
            </a:r>
          </a:p>
          <a:p>
            <a:pPr/>
            <a:r>
              <a:t>"Budget (preferably free or low-cost)",</a:t>
            </a:r>
          </a:p>
          <a:p>
            <a:pPr/>
            <a:r>
              <a:t>"Open-source vs proprietary",</a:t>
            </a:r>
          </a:p>
          <a:p>
            <a:pPr/>
            <a:r>
              <a:t>"Specific focus on API load testing",</a:t>
            </a:r>
          </a:p>
          <a:p>
            <a:pPr/>
            <a:r>
              <a:t>"Integration capabilities with various protocols"</a:t>
            </a:r>
          </a:p>
          <a:p>
            <a:pPr/>
            <a:r>
              <a:t>],</a:t>
            </a:r>
          </a:p>
          <a:p>
            <a:pPr/>
            <a:r>
              <a:t>"tradeoffs": [</a:t>
            </a:r>
          </a:p>
          <a:p>
            <a:pPr/>
            <a:r>
              <a:t>"JMeter is free and open-source but may have a steeper learning curve compared to some proprietary tools.",</a:t>
            </a:r>
          </a:p>
          <a:p>
            <a:pPr/>
            <a:r>
              <a:t>"TestSprite, while innovative, does not focus on load testing specifically and may not meet the user's needs."</a:t>
            </a:r>
          </a:p>
          <a:p>
            <a:pPr/>
            <a:r>
              <a:t>],</a:t>
            </a:r>
          </a:p>
          <a:p>
            <a:pPr/>
            <a:r>
              <a:t>"step_by_step_decision_guide": [</a:t>
            </a:r>
          </a:p>
          <a:p>
            <a:pPr/>
            <a:r>
              <a:t>"Identify your specific load testing requirements (e.g., types of APIs, expected load).",</a:t>
            </a:r>
          </a:p>
          <a:p>
            <a:pPr/>
            <a:r>
              <a:t>"Evaluate the learning curve associated with Apache JMeter and consider if your team has the necessary skills.",</a:t>
            </a:r>
          </a:p>
          <a:p>
            <a:pPr/>
            <a:r>
              <a:t>"Consider the integration capabilities of JMeter with your existing tech stack.",</a:t>
            </a:r>
          </a:p>
          <a:p>
            <a:pPr/>
            <a:r>
              <a:t>"Assess whether a free tool like JMeter meets your budget constraints.",</a:t>
            </a:r>
          </a:p>
          <a:p>
            <a:pPr/>
            <a:r>
              <a:t>"If JMeter does not meet your needs, explore other tools, but prioritize those specifically designed for load testing."</a:t>
            </a:r>
          </a:p>
          <a:p>
            <a:pPr/>
            <a:r>
              <a:t>]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